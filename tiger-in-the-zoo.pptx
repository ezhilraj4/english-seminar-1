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28"/>
  </p:notesMasterIdLst>
  <p:sldIdLst>
    <p:sldId id="256" r:id="rId2"/>
    <p:sldId id="258" r:id="rId3"/>
    <p:sldId id="310" r:id="rId4"/>
    <p:sldId id="259" r:id="rId5"/>
    <p:sldId id="261" r:id="rId6"/>
    <p:sldId id="262" r:id="rId7"/>
    <p:sldId id="263" r:id="rId8"/>
    <p:sldId id="266" r:id="rId9"/>
    <p:sldId id="325" r:id="rId10"/>
    <p:sldId id="264" r:id="rId11"/>
    <p:sldId id="265" r:id="rId12"/>
    <p:sldId id="311" r:id="rId13"/>
    <p:sldId id="312" r:id="rId14"/>
    <p:sldId id="313" r:id="rId15"/>
    <p:sldId id="267" r:id="rId16"/>
    <p:sldId id="316" r:id="rId17"/>
    <p:sldId id="317" r:id="rId18"/>
    <p:sldId id="314" r:id="rId19"/>
    <p:sldId id="315" r:id="rId20"/>
    <p:sldId id="318" r:id="rId21"/>
    <p:sldId id="319" r:id="rId22"/>
    <p:sldId id="320" r:id="rId23"/>
    <p:sldId id="321" r:id="rId24"/>
    <p:sldId id="322" r:id="rId25"/>
    <p:sldId id="323" r:id="rId26"/>
    <p:sldId id="281" r:id="rId27"/>
  </p:sldIdLst>
  <p:sldSz cx="9144000" cy="5143500" type="screen16x9"/>
  <p:notesSz cx="6858000" cy="9144000"/>
  <p:embeddedFontLst>
    <p:embeddedFont>
      <p:font typeface="Catamaran Light" charset="0"/>
      <p:regular r:id="rId29"/>
      <p:bold r:id="rId30"/>
    </p:embeddedFont>
    <p:embeddedFont>
      <p:font typeface="Livvic" charset="0"/>
      <p:regular r:id="rId31"/>
      <p:bold r:id="rId32"/>
      <p:italic r:id="rId33"/>
      <p:boldItalic r:id="rId34"/>
    </p:embeddedFont>
    <p:embeddedFont>
      <p:font typeface="Fira Sans Extra Condensed" charset="0"/>
      <p:regular r:id="rId35"/>
      <p:bold r:id="rId36"/>
      <p:italic r:id="rId37"/>
      <p:boldItalic r:id="rId38"/>
    </p:embeddedFont>
    <p:embeddedFont>
      <p:font typeface="Roboto" charset="0"/>
      <p:regular r:id="rId39"/>
      <p:bold r:id="rId40"/>
      <p:italic r:id="rId41"/>
      <p:boldItalic r:id="rId42"/>
    </p:embeddedFont>
    <p:embeddedFont>
      <p:font typeface="Montserrat" charset="0"/>
      <p:regular r:id="rId43"/>
      <p:bold r:id="rId44"/>
      <p:italic r:id="rId45"/>
      <p:boldItalic r:id="rId46"/>
    </p:embeddedFont>
    <p:embeddedFont>
      <p:font typeface="Fira Sans Extra Condensed Medium" charset="0"/>
      <p:regular r:id="rId47"/>
      <p:bold r:id="rId48"/>
      <p:italic r:id="rId49"/>
      <p:boldItalic r:id="rId5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606">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B6026C09-D8B3-407C-8639-89CE46A694C5}">
  <a:tblStyle styleId="{B6026C09-D8B3-407C-8639-89CE46A694C5}"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441" autoAdjust="0"/>
    <p:restoredTop sz="94660"/>
  </p:normalViewPr>
  <p:slideViewPr>
    <p:cSldViewPr snapToGrid="0">
      <p:cViewPr>
        <p:scale>
          <a:sx n="84" d="100"/>
          <a:sy n="84" d="100"/>
        </p:scale>
        <p:origin x="-972" y="-144"/>
      </p:cViewPr>
      <p:guideLst>
        <p:guide orient="horz" pos="606"/>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font" Target="fonts/font19.fntdata"/><Relationship Id="rId50" Type="http://schemas.openxmlformats.org/officeDocument/2006/relationships/font" Target="fonts/font2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font" Target="fonts/font13.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49" Type="http://schemas.openxmlformats.org/officeDocument/2006/relationships/font" Target="fonts/font2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font" Target="fonts/font20.fntdata"/><Relationship Id="rId8" Type="http://schemas.openxmlformats.org/officeDocument/2006/relationships/slide" Target="slides/slide7.xml"/><Relationship Id="rId5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2a420aca26_0_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2a420aca26_0_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2a420aca26_0_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2a420aca26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rgbClr val="3C4043"/>
              </a:solidFill>
              <a:highlight>
                <a:srgbClr val="FFFFFF"/>
              </a:highlight>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2a420aca26_0_7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2a420aca26_0_7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solidFill>
                <a:srgbClr val="3C4043"/>
              </a:solidFill>
              <a:highlight>
                <a:srgbClr val="FFFFFF"/>
              </a:highligh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2a420aca26_0_8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2a420aca26_0_8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2a420aca26_0_1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2a420aca26_0_1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32a420aca26_0_1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32a420aca26_0_1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050">
              <a:solidFill>
                <a:srgbClr val="3C4043"/>
              </a:solidFill>
              <a:highlight>
                <a:srgbClr val="FFFFFF"/>
              </a:highlight>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2a420aca26_0_1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2a420aca26_0_1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2a420aca26_0_1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2a420aca26_0_1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2a420aca26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2a420aca26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2a420aca26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2a420aca26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g32a420aca26_0_1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0" name="Google Shape;260;g32a420aca26_0_1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2a420aca26_0_1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2a420aca26_0_1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a420aca26_0_1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a420aca26_0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2a420aca26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2a420aca26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a420aca26_0_1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a420aca26_0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2a420aca26_0_1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2a420aca26_0_1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a420aca26_0_1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a420aca26_0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2a420aca26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2a420aca26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a420aca26_0_1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a420aca26_0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2a420aca26_0_1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2a420aca26_0_1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a420aca26_0_1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a420aca26_0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2a420aca26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2a420aca26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a420aca26_0_1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a420aca26_0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2a420aca26_0_1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2a420aca26_0_1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g32a420aca26_0_1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 name="Google Shape;277;g32a420aca26_0_1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32a420aca26_0_14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32a420aca26_0_1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039575" y="1701225"/>
            <a:ext cx="4592400" cy="17823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Clr>
                <a:srgbClr val="434343"/>
              </a:buClr>
              <a:buSzPts val="4800"/>
              <a:buNone/>
              <a:defRPr sz="4800">
                <a:solidFill>
                  <a:srgbClr val="434343"/>
                </a:solidFill>
              </a:defRPr>
            </a:lvl2pPr>
            <a:lvl3pPr lvl="2">
              <a:spcBef>
                <a:spcPts val="0"/>
              </a:spcBef>
              <a:spcAft>
                <a:spcPts val="0"/>
              </a:spcAft>
              <a:buClr>
                <a:srgbClr val="434343"/>
              </a:buClr>
              <a:buSzPts val="4800"/>
              <a:buNone/>
              <a:defRPr sz="4800">
                <a:solidFill>
                  <a:srgbClr val="434343"/>
                </a:solidFill>
              </a:defRPr>
            </a:lvl3pPr>
            <a:lvl4pPr lvl="3">
              <a:spcBef>
                <a:spcPts val="0"/>
              </a:spcBef>
              <a:spcAft>
                <a:spcPts val="0"/>
              </a:spcAft>
              <a:buClr>
                <a:srgbClr val="434343"/>
              </a:buClr>
              <a:buSzPts val="4800"/>
              <a:buNone/>
              <a:defRPr sz="4800">
                <a:solidFill>
                  <a:srgbClr val="434343"/>
                </a:solidFill>
              </a:defRPr>
            </a:lvl4pPr>
            <a:lvl5pPr lvl="4">
              <a:spcBef>
                <a:spcPts val="0"/>
              </a:spcBef>
              <a:spcAft>
                <a:spcPts val="0"/>
              </a:spcAft>
              <a:buClr>
                <a:srgbClr val="434343"/>
              </a:buClr>
              <a:buSzPts val="4800"/>
              <a:buNone/>
              <a:defRPr sz="4800">
                <a:solidFill>
                  <a:srgbClr val="434343"/>
                </a:solidFill>
              </a:defRPr>
            </a:lvl5pPr>
            <a:lvl6pPr lvl="5">
              <a:spcBef>
                <a:spcPts val="0"/>
              </a:spcBef>
              <a:spcAft>
                <a:spcPts val="0"/>
              </a:spcAft>
              <a:buClr>
                <a:srgbClr val="434343"/>
              </a:buClr>
              <a:buSzPts val="4800"/>
              <a:buNone/>
              <a:defRPr sz="4800">
                <a:solidFill>
                  <a:srgbClr val="434343"/>
                </a:solidFill>
              </a:defRPr>
            </a:lvl6pPr>
            <a:lvl7pPr lvl="6">
              <a:spcBef>
                <a:spcPts val="0"/>
              </a:spcBef>
              <a:spcAft>
                <a:spcPts val="0"/>
              </a:spcAft>
              <a:buClr>
                <a:srgbClr val="434343"/>
              </a:buClr>
              <a:buSzPts val="4800"/>
              <a:buNone/>
              <a:defRPr sz="4800">
                <a:solidFill>
                  <a:srgbClr val="434343"/>
                </a:solidFill>
              </a:defRPr>
            </a:lvl7pPr>
            <a:lvl8pPr lvl="7">
              <a:spcBef>
                <a:spcPts val="0"/>
              </a:spcBef>
              <a:spcAft>
                <a:spcPts val="0"/>
              </a:spcAft>
              <a:buClr>
                <a:srgbClr val="434343"/>
              </a:buClr>
              <a:buSzPts val="4800"/>
              <a:buNone/>
              <a:defRPr sz="4800">
                <a:solidFill>
                  <a:srgbClr val="434343"/>
                </a:solidFill>
              </a:defRPr>
            </a:lvl8pPr>
            <a:lvl9pPr lvl="8">
              <a:spcBef>
                <a:spcPts val="0"/>
              </a:spcBef>
              <a:spcAft>
                <a:spcPts val="0"/>
              </a:spcAft>
              <a:buClr>
                <a:srgbClr val="434343"/>
              </a:buClr>
              <a:buSzPts val="4800"/>
              <a:buNone/>
              <a:defRPr sz="4800">
                <a:solidFill>
                  <a:srgbClr val="434343"/>
                </a:solidFill>
              </a:defRPr>
            </a:lvl9pPr>
          </a:lstStyle>
          <a:p>
            <a:endParaRPr/>
          </a:p>
        </p:txBody>
      </p:sp>
      <p:sp>
        <p:nvSpPr>
          <p:cNvPr id="10" name="Google Shape;10;p2"/>
          <p:cNvSpPr txBox="1">
            <a:spLocks noGrp="1"/>
          </p:cNvSpPr>
          <p:nvPr>
            <p:ph type="subTitle" idx="1"/>
          </p:nvPr>
        </p:nvSpPr>
        <p:spPr>
          <a:xfrm>
            <a:off x="1039575" y="3206400"/>
            <a:ext cx="2402100" cy="7170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Clr>
                <a:srgbClr val="000000"/>
              </a:buClr>
              <a:buSzPts val="1200"/>
              <a:buNone/>
              <a:defRPr>
                <a:solidFill>
                  <a:srgbClr val="000000"/>
                </a:solidFill>
              </a:defRPr>
            </a:lvl1pPr>
            <a:lvl2pPr lvl="1">
              <a:lnSpc>
                <a:spcPct val="100000"/>
              </a:lnSpc>
              <a:spcBef>
                <a:spcPts val="0"/>
              </a:spcBef>
              <a:spcAft>
                <a:spcPts val="0"/>
              </a:spcAft>
              <a:buClr>
                <a:srgbClr val="434343"/>
              </a:buClr>
              <a:buSzPts val="2800"/>
              <a:buNone/>
              <a:defRPr sz="2800">
                <a:solidFill>
                  <a:srgbClr val="434343"/>
                </a:solidFill>
              </a:defRPr>
            </a:lvl2pPr>
            <a:lvl3pPr lvl="2">
              <a:lnSpc>
                <a:spcPct val="100000"/>
              </a:lnSpc>
              <a:spcBef>
                <a:spcPts val="0"/>
              </a:spcBef>
              <a:spcAft>
                <a:spcPts val="0"/>
              </a:spcAft>
              <a:buClr>
                <a:srgbClr val="434343"/>
              </a:buClr>
              <a:buSzPts val="2800"/>
              <a:buNone/>
              <a:defRPr sz="2800">
                <a:solidFill>
                  <a:srgbClr val="434343"/>
                </a:solidFill>
              </a:defRPr>
            </a:lvl3pPr>
            <a:lvl4pPr lvl="3">
              <a:lnSpc>
                <a:spcPct val="100000"/>
              </a:lnSpc>
              <a:spcBef>
                <a:spcPts val="0"/>
              </a:spcBef>
              <a:spcAft>
                <a:spcPts val="0"/>
              </a:spcAft>
              <a:buClr>
                <a:srgbClr val="434343"/>
              </a:buClr>
              <a:buSzPts val="2800"/>
              <a:buNone/>
              <a:defRPr sz="2800">
                <a:solidFill>
                  <a:srgbClr val="434343"/>
                </a:solidFill>
              </a:defRPr>
            </a:lvl4pPr>
            <a:lvl5pPr lvl="4">
              <a:lnSpc>
                <a:spcPct val="100000"/>
              </a:lnSpc>
              <a:spcBef>
                <a:spcPts val="0"/>
              </a:spcBef>
              <a:spcAft>
                <a:spcPts val="0"/>
              </a:spcAft>
              <a:buClr>
                <a:srgbClr val="434343"/>
              </a:buClr>
              <a:buSzPts val="2800"/>
              <a:buNone/>
              <a:defRPr sz="2800">
                <a:solidFill>
                  <a:srgbClr val="434343"/>
                </a:solidFill>
              </a:defRPr>
            </a:lvl5pPr>
            <a:lvl6pPr lvl="5">
              <a:lnSpc>
                <a:spcPct val="100000"/>
              </a:lnSpc>
              <a:spcBef>
                <a:spcPts val="0"/>
              </a:spcBef>
              <a:spcAft>
                <a:spcPts val="0"/>
              </a:spcAft>
              <a:buClr>
                <a:srgbClr val="434343"/>
              </a:buClr>
              <a:buSzPts val="2800"/>
              <a:buNone/>
              <a:defRPr sz="2800">
                <a:solidFill>
                  <a:srgbClr val="434343"/>
                </a:solidFill>
              </a:defRPr>
            </a:lvl6pPr>
            <a:lvl7pPr lvl="6">
              <a:lnSpc>
                <a:spcPct val="100000"/>
              </a:lnSpc>
              <a:spcBef>
                <a:spcPts val="0"/>
              </a:spcBef>
              <a:spcAft>
                <a:spcPts val="0"/>
              </a:spcAft>
              <a:buClr>
                <a:srgbClr val="434343"/>
              </a:buClr>
              <a:buSzPts val="2800"/>
              <a:buNone/>
              <a:defRPr sz="2800">
                <a:solidFill>
                  <a:srgbClr val="434343"/>
                </a:solidFill>
              </a:defRPr>
            </a:lvl7pPr>
            <a:lvl8pPr lvl="7">
              <a:lnSpc>
                <a:spcPct val="100000"/>
              </a:lnSpc>
              <a:spcBef>
                <a:spcPts val="0"/>
              </a:spcBef>
              <a:spcAft>
                <a:spcPts val="0"/>
              </a:spcAft>
              <a:buClr>
                <a:srgbClr val="434343"/>
              </a:buClr>
              <a:buSzPts val="2800"/>
              <a:buNone/>
              <a:defRPr sz="2800">
                <a:solidFill>
                  <a:srgbClr val="434343"/>
                </a:solidFill>
              </a:defRPr>
            </a:lvl8pPr>
            <a:lvl9pPr lvl="8">
              <a:lnSpc>
                <a:spcPct val="100000"/>
              </a:lnSpc>
              <a:spcBef>
                <a:spcPts val="0"/>
              </a:spcBef>
              <a:spcAft>
                <a:spcPts val="0"/>
              </a:spcAft>
              <a:buClr>
                <a:srgbClr val="434343"/>
              </a:buClr>
              <a:buSzPts val="2800"/>
              <a:buNone/>
              <a:defRPr sz="2800">
                <a:solidFill>
                  <a:srgbClr val="434343"/>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769725" y="1310050"/>
            <a:ext cx="3430200" cy="5778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3" name="Google Shape;13;p3"/>
          <p:cNvSpPr txBox="1">
            <a:spLocks noGrp="1"/>
          </p:cNvSpPr>
          <p:nvPr>
            <p:ph type="title" idx="2" hasCustomPrompt="1"/>
          </p:nvPr>
        </p:nvSpPr>
        <p:spPr>
          <a:xfrm rot="5400000">
            <a:off x="7142178" y="3570226"/>
            <a:ext cx="1738800" cy="577800"/>
          </a:xfrm>
          <a:prstGeom prst="rect">
            <a:avLst/>
          </a:prstGeom>
        </p:spPr>
        <p:txBody>
          <a:bodyPr spcFirstLastPara="1" wrap="square" lIns="91425" tIns="91425" rIns="91425" bIns="91425" anchor="ctr" anchorCtr="0">
            <a:noAutofit/>
          </a:bodyPr>
          <a:lstStyle>
            <a:lvl1pPr lvl="0" algn="r">
              <a:spcBef>
                <a:spcPts val="0"/>
              </a:spcBef>
              <a:spcAft>
                <a:spcPts val="0"/>
              </a:spcAft>
              <a:buSzPts val="6000"/>
              <a:buNone/>
              <a:defRPr sz="6000"/>
            </a:lvl1pPr>
            <a:lvl2pPr lvl="1"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2pPr>
            <a:lvl3pPr lvl="2"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3pPr>
            <a:lvl4pPr lvl="3"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4pPr>
            <a:lvl5pPr lvl="4"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5pPr>
            <a:lvl6pPr lvl="5"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6pPr>
            <a:lvl7pPr lvl="6"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7pPr>
            <a:lvl8pPr lvl="7"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8pPr>
            <a:lvl9pPr lvl="8" algn="r">
              <a:spcBef>
                <a:spcPts val="0"/>
              </a:spcBef>
              <a:spcAft>
                <a:spcPts val="0"/>
              </a:spcAft>
              <a:buSzPts val="6000"/>
              <a:buFont typeface="Fira Sans Extra Condensed Medium"/>
              <a:buNone/>
              <a:defRPr sz="60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5"/>
        <p:cNvGrpSpPr/>
        <p:nvPr/>
      </p:nvGrpSpPr>
      <p:grpSpPr>
        <a:xfrm>
          <a:off x="0" y="0"/>
          <a:ext cx="0" cy="0"/>
          <a:chOff x="0" y="0"/>
          <a:chExt cx="0" cy="0"/>
        </a:xfrm>
      </p:grpSpPr>
      <p:sp>
        <p:nvSpPr>
          <p:cNvPr id="26" name="Google Shape;26;p7"/>
          <p:cNvSpPr txBox="1">
            <a:spLocks noGrp="1"/>
          </p:cNvSpPr>
          <p:nvPr>
            <p:ph type="title"/>
          </p:nvPr>
        </p:nvSpPr>
        <p:spPr>
          <a:xfrm>
            <a:off x="720000"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 name="Google Shape;27;p7"/>
          <p:cNvSpPr txBox="1">
            <a:spLocks noGrp="1"/>
          </p:cNvSpPr>
          <p:nvPr>
            <p:ph type="subTitle" idx="1"/>
          </p:nvPr>
        </p:nvSpPr>
        <p:spPr>
          <a:xfrm>
            <a:off x="720000" y="1576450"/>
            <a:ext cx="4294800" cy="220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200"/>
              <a:buFont typeface="Nunito Light"/>
              <a:buChar char="○"/>
              <a:defRPr/>
            </a:lvl5pPr>
            <a:lvl6pPr lvl="5" algn="ctr" rtl="0">
              <a:lnSpc>
                <a:spcPct val="100000"/>
              </a:lnSpc>
              <a:spcBef>
                <a:spcPts val="1600"/>
              </a:spcBef>
              <a:spcAft>
                <a:spcPts val="0"/>
              </a:spcAft>
              <a:buClr>
                <a:srgbClr val="999999"/>
              </a:buClr>
              <a:buSzPts val="12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200"/>
              <a:buFont typeface="Nunito Ligh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8"/>
        <p:cNvGrpSpPr/>
        <p:nvPr/>
      </p:nvGrpSpPr>
      <p:grpSpPr>
        <a:xfrm>
          <a:off x="0" y="0"/>
          <a:ext cx="0" cy="0"/>
          <a:chOff x="0" y="0"/>
          <a:chExt cx="0" cy="0"/>
        </a:xfrm>
      </p:grpSpPr>
      <p:sp>
        <p:nvSpPr>
          <p:cNvPr id="29" name="Google Shape;29;p8"/>
          <p:cNvSpPr txBox="1">
            <a:spLocks noGrp="1"/>
          </p:cNvSpPr>
          <p:nvPr>
            <p:ph type="title"/>
          </p:nvPr>
        </p:nvSpPr>
        <p:spPr>
          <a:xfrm>
            <a:off x="3200250" y="1742750"/>
            <a:ext cx="27432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3600"/>
            </a:lvl1pPr>
            <a:lvl2pPr lvl="1" algn="ctr">
              <a:spcBef>
                <a:spcPts val="0"/>
              </a:spcBef>
              <a:spcAft>
                <a:spcPts val="0"/>
              </a:spcAft>
              <a:buNone/>
              <a:defRPr sz="3600">
                <a:latin typeface="Catamaran Light"/>
                <a:ea typeface="Catamaran Light"/>
                <a:cs typeface="Catamaran Light"/>
                <a:sym typeface="Catamaran Light"/>
              </a:defRPr>
            </a:lvl2pPr>
            <a:lvl3pPr lvl="2" algn="ctr">
              <a:spcBef>
                <a:spcPts val="0"/>
              </a:spcBef>
              <a:spcAft>
                <a:spcPts val="0"/>
              </a:spcAft>
              <a:buNone/>
              <a:defRPr sz="3600">
                <a:latin typeface="Catamaran Light"/>
                <a:ea typeface="Catamaran Light"/>
                <a:cs typeface="Catamaran Light"/>
                <a:sym typeface="Catamaran Light"/>
              </a:defRPr>
            </a:lvl3pPr>
            <a:lvl4pPr lvl="3" algn="ctr">
              <a:spcBef>
                <a:spcPts val="0"/>
              </a:spcBef>
              <a:spcAft>
                <a:spcPts val="0"/>
              </a:spcAft>
              <a:buNone/>
              <a:defRPr sz="3600">
                <a:latin typeface="Catamaran Light"/>
                <a:ea typeface="Catamaran Light"/>
                <a:cs typeface="Catamaran Light"/>
                <a:sym typeface="Catamaran Light"/>
              </a:defRPr>
            </a:lvl4pPr>
            <a:lvl5pPr lvl="4" algn="ctr">
              <a:spcBef>
                <a:spcPts val="0"/>
              </a:spcBef>
              <a:spcAft>
                <a:spcPts val="0"/>
              </a:spcAft>
              <a:buNone/>
              <a:defRPr sz="3600">
                <a:latin typeface="Catamaran Light"/>
                <a:ea typeface="Catamaran Light"/>
                <a:cs typeface="Catamaran Light"/>
                <a:sym typeface="Catamaran Light"/>
              </a:defRPr>
            </a:lvl5pPr>
            <a:lvl6pPr lvl="5" algn="ctr">
              <a:spcBef>
                <a:spcPts val="0"/>
              </a:spcBef>
              <a:spcAft>
                <a:spcPts val="0"/>
              </a:spcAft>
              <a:buNone/>
              <a:defRPr sz="3600">
                <a:latin typeface="Catamaran Light"/>
                <a:ea typeface="Catamaran Light"/>
                <a:cs typeface="Catamaran Light"/>
                <a:sym typeface="Catamaran Light"/>
              </a:defRPr>
            </a:lvl6pPr>
            <a:lvl7pPr lvl="6" algn="ctr">
              <a:spcBef>
                <a:spcPts val="0"/>
              </a:spcBef>
              <a:spcAft>
                <a:spcPts val="0"/>
              </a:spcAft>
              <a:buNone/>
              <a:defRPr sz="3600">
                <a:latin typeface="Catamaran Light"/>
                <a:ea typeface="Catamaran Light"/>
                <a:cs typeface="Catamaran Light"/>
                <a:sym typeface="Catamaran Light"/>
              </a:defRPr>
            </a:lvl7pPr>
            <a:lvl8pPr lvl="7" algn="ctr">
              <a:spcBef>
                <a:spcPts val="0"/>
              </a:spcBef>
              <a:spcAft>
                <a:spcPts val="0"/>
              </a:spcAft>
              <a:buNone/>
              <a:defRPr sz="3600">
                <a:latin typeface="Catamaran Light"/>
                <a:ea typeface="Catamaran Light"/>
                <a:cs typeface="Catamaran Light"/>
                <a:sym typeface="Catamaran Light"/>
              </a:defRPr>
            </a:lvl8pPr>
            <a:lvl9pPr lvl="8" algn="ctr">
              <a:spcBef>
                <a:spcPts val="0"/>
              </a:spcBef>
              <a:spcAft>
                <a:spcPts val="0"/>
              </a:spcAft>
              <a:buNone/>
              <a:defRPr sz="3600">
                <a:latin typeface="Catamaran Light"/>
                <a:ea typeface="Catamaran Light"/>
                <a:cs typeface="Catamaran Light"/>
                <a:sym typeface="Catamaran Ligh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0"/>
        <p:cNvGrpSpPr/>
        <p:nvPr/>
      </p:nvGrpSpPr>
      <p:grpSpPr>
        <a:xfrm>
          <a:off x="0" y="0"/>
          <a:ext cx="0" cy="0"/>
          <a:chOff x="0" y="0"/>
          <a:chExt cx="0" cy="0"/>
        </a:xfrm>
      </p:grpSpPr>
      <p:sp>
        <p:nvSpPr>
          <p:cNvPr id="31" name="Google Shape;31;p9"/>
          <p:cNvSpPr txBox="1">
            <a:spLocks noGrp="1"/>
          </p:cNvSpPr>
          <p:nvPr>
            <p:ph type="title"/>
          </p:nvPr>
        </p:nvSpPr>
        <p:spPr>
          <a:xfrm>
            <a:off x="2135550" y="1599688"/>
            <a:ext cx="4872900" cy="1184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2800"/>
              <a:buNone/>
              <a:defRPr sz="55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32" name="Google Shape;32;p9"/>
          <p:cNvSpPr txBox="1">
            <a:spLocks noGrp="1"/>
          </p:cNvSpPr>
          <p:nvPr>
            <p:ph type="subTitle" idx="1"/>
          </p:nvPr>
        </p:nvSpPr>
        <p:spPr>
          <a:xfrm>
            <a:off x="2135550" y="2872713"/>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
        <p:cNvGrpSpPr/>
        <p:nvPr/>
      </p:nvGrpSpPr>
      <p:grpSpPr>
        <a:xfrm>
          <a:off x="0" y="0"/>
          <a:ext cx="0" cy="0"/>
          <a:chOff x="0" y="0"/>
          <a:chExt cx="0" cy="0"/>
        </a:xfrm>
      </p:grpSpPr>
      <p:sp>
        <p:nvSpPr>
          <p:cNvPr id="34" name="Google Shape;34;p10"/>
          <p:cNvSpPr>
            <a:spLocks noGrp="1"/>
          </p:cNvSpPr>
          <p:nvPr>
            <p:ph type="pic" idx="2"/>
          </p:nvPr>
        </p:nvSpPr>
        <p:spPr>
          <a:xfrm>
            <a:off x="-3301" y="0"/>
            <a:ext cx="9150600" cy="5143500"/>
          </a:xfrm>
          <a:prstGeom prst="rect">
            <a:avLst/>
          </a:prstGeom>
          <a:noFill/>
          <a:ln>
            <a:noFill/>
          </a:ln>
        </p:spPr>
      </p:sp>
      <p:sp>
        <p:nvSpPr>
          <p:cNvPr id="35" name="Google Shape;35;p10"/>
          <p:cNvSpPr txBox="1">
            <a:spLocks noGrp="1"/>
          </p:cNvSpPr>
          <p:nvPr>
            <p:ph type="title"/>
          </p:nvPr>
        </p:nvSpPr>
        <p:spPr>
          <a:xfrm>
            <a:off x="720000" y="4010225"/>
            <a:ext cx="7704000" cy="5769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2400"/>
              <a:buNone/>
              <a:defRPr sz="2400">
                <a:solidFill>
                  <a:schemeClr val="lt1"/>
                </a:solidFill>
              </a:defRPr>
            </a:lvl1pPr>
            <a:lvl2pPr lvl="1" algn="ctr" rtl="0">
              <a:spcBef>
                <a:spcPts val="0"/>
              </a:spcBef>
              <a:spcAft>
                <a:spcPts val="0"/>
              </a:spcAft>
              <a:buSzPts val="2400"/>
              <a:buNone/>
              <a:defRPr sz="2400"/>
            </a:lvl2pPr>
            <a:lvl3pPr lvl="2" algn="ctr" rtl="0">
              <a:spcBef>
                <a:spcPts val="0"/>
              </a:spcBef>
              <a:spcAft>
                <a:spcPts val="0"/>
              </a:spcAft>
              <a:buSzPts val="2400"/>
              <a:buNone/>
              <a:defRPr sz="2400"/>
            </a:lvl3pPr>
            <a:lvl4pPr lvl="3" algn="ctr" rtl="0">
              <a:spcBef>
                <a:spcPts val="0"/>
              </a:spcBef>
              <a:spcAft>
                <a:spcPts val="0"/>
              </a:spcAft>
              <a:buSzPts val="2400"/>
              <a:buNone/>
              <a:defRPr sz="2400"/>
            </a:lvl4pPr>
            <a:lvl5pPr lvl="4" algn="ctr" rtl="0">
              <a:spcBef>
                <a:spcPts val="0"/>
              </a:spcBef>
              <a:spcAft>
                <a:spcPts val="0"/>
              </a:spcAft>
              <a:buSzPts val="2400"/>
              <a:buNone/>
              <a:defRPr sz="2400"/>
            </a:lvl5pPr>
            <a:lvl6pPr lvl="5" algn="ctr" rtl="0">
              <a:spcBef>
                <a:spcPts val="0"/>
              </a:spcBef>
              <a:spcAft>
                <a:spcPts val="0"/>
              </a:spcAft>
              <a:buSzPts val="2400"/>
              <a:buNone/>
              <a:defRPr sz="2400"/>
            </a:lvl6pPr>
            <a:lvl7pPr lvl="6" algn="ctr" rtl="0">
              <a:spcBef>
                <a:spcPts val="0"/>
              </a:spcBef>
              <a:spcAft>
                <a:spcPts val="0"/>
              </a:spcAft>
              <a:buSzPts val="2400"/>
              <a:buNone/>
              <a:defRPr sz="2400"/>
            </a:lvl7pPr>
            <a:lvl8pPr lvl="7" algn="ctr" rtl="0">
              <a:spcBef>
                <a:spcPts val="0"/>
              </a:spcBef>
              <a:spcAft>
                <a:spcPts val="0"/>
              </a:spcAft>
              <a:buSzPts val="2400"/>
              <a:buNone/>
              <a:defRPr sz="2400"/>
            </a:lvl8pPr>
            <a:lvl9pPr lvl="8" algn="ctr" rtl="0">
              <a:spcBef>
                <a:spcPts val="0"/>
              </a:spcBef>
              <a:spcAft>
                <a:spcPts val="0"/>
              </a:spcAft>
              <a:buSzPts val="2400"/>
              <a:buNone/>
              <a:defRPr sz="24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6"/>
        <p:cNvGrpSpPr/>
        <p:nvPr/>
      </p:nvGrpSpPr>
      <p:grpSpPr>
        <a:xfrm>
          <a:off x="0" y="0"/>
          <a:ext cx="0" cy="0"/>
          <a:chOff x="0" y="0"/>
          <a:chExt cx="0" cy="0"/>
        </a:xfrm>
      </p:grpSpPr>
      <p:sp>
        <p:nvSpPr>
          <p:cNvPr id="37" name="Google Shape;37;p11"/>
          <p:cNvSpPr txBox="1">
            <a:spLocks noGrp="1"/>
          </p:cNvSpPr>
          <p:nvPr>
            <p:ph type="title" hasCustomPrompt="1"/>
          </p:nvPr>
        </p:nvSpPr>
        <p:spPr>
          <a:xfrm>
            <a:off x="1284000" y="1401413"/>
            <a:ext cx="6576000" cy="16500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5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8" name="Google Shape;38;p11"/>
          <p:cNvSpPr txBox="1">
            <a:spLocks noGrp="1"/>
          </p:cNvSpPr>
          <p:nvPr>
            <p:ph type="subTitle" idx="1"/>
          </p:nvPr>
        </p:nvSpPr>
        <p:spPr>
          <a:xfrm>
            <a:off x="1284000" y="3148188"/>
            <a:ext cx="6576000" cy="497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1600"/>
              </a:spcBef>
              <a:spcAft>
                <a:spcPts val="0"/>
              </a:spcAft>
              <a:buSzPts val="1600"/>
              <a:buNone/>
              <a:defRPr sz="1600"/>
            </a:lvl3pPr>
            <a:lvl4pPr lvl="3" algn="ctr" rtl="0">
              <a:lnSpc>
                <a:spcPct val="100000"/>
              </a:lnSpc>
              <a:spcBef>
                <a:spcPts val="1600"/>
              </a:spcBef>
              <a:spcAft>
                <a:spcPts val="0"/>
              </a:spcAft>
              <a:buSzPts val="1600"/>
              <a:buNone/>
              <a:defRPr sz="1600"/>
            </a:lvl4pPr>
            <a:lvl5pPr lvl="4" algn="ctr" rtl="0">
              <a:lnSpc>
                <a:spcPct val="100000"/>
              </a:lnSpc>
              <a:spcBef>
                <a:spcPts val="1600"/>
              </a:spcBef>
              <a:spcAft>
                <a:spcPts val="0"/>
              </a:spcAft>
              <a:buSzPts val="1600"/>
              <a:buNone/>
              <a:defRPr sz="1600"/>
            </a:lvl5pPr>
            <a:lvl6pPr lvl="5" algn="ctr" rtl="0">
              <a:lnSpc>
                <a:spcPct val="100000"/>
              </a:lnSpc>
              <a:spcBef>
                <a:spcPts val="1600"/>
              </a:spcBef>
              <a:spcAft>
                <a:spcPts val="0"/>
              </a:spcAft>
              <a:buSzPts val="1600"/>
              <a:buNone/>
              <a:defRPr sz="1600"/>
            </a:lvl6pPr>
            <a:lvl7pPr lvl="6" algn="ctr" rtl="0">
              <a:lnSpc>
                <a:spcPct val="100000"/>
              </a:lnSpc>
              <a:spcBef>
                <a:spcPts val="1600"/>
              </a:spcBef>
              <a:spcAft>
                <a:spcPts val="0"/>
              </a:spcAft>
              <a:buSzPts val="1600"/>
              <a:buNone/>
              <a:defRPr sz="1600"/>
            </a:lvl7pPr>
            <a:lvl8pPr lvl="7" algn="ctr" rtl="0">
              <a:lnSpc>
                <a:spcPct val="100000"/>
              </a:lnSpc>
              <a:spcBef>
                <a:spcPts val="1600"/>
              </a:spcBef>
              <a:spcAft>
                <a:spcPts val="0"/>
              </a:spcAft>
              <a:buSzPts val="1600"/>
              <a:buNone/>
              <a:defRPr sz="1600"/>
            </a:lvl8pPr>
            <a:lvl9pPr lvl="8" algn="ctr" rtl="0">
              <a:lnSpc>
                <a:spcPct val="100000"/>
              </a:lnSpc>
              <a:spcBef>
                <a:spcPts val="1600"/>
              </a:spcBef>
              <a:spcAft>
                <a:spcPts val="1600"/>
              </a:spcAft>
              <a:buSzPts val="1600"/>
              <a:buNone/>
              <a:defRPr sz="16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9"/>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40"/>
        <p:cNvGrpSpPr/>
        <p:nvPr/>
      </p:nvGrpSpPr>
      <p:grpSpPr>
        <a:xfrm>
          <a:off x="0" y="0"/>
          <a:ext cx="0" cy="0"/>
          <a:chOff x="0" y="0"/>
          <a:chExt cx="0" cy="0"/>
        </a:xfrm>
      </p:grpSpPr>
      <p:sp>
        <p:nvSpPr>
          <p:cNvPr id="41" name="Google Shape;41;p13"/>
          <p:cNvSpPr txBox="1">
            <a:spLocks noGrp="1"/>
          </p:cNvSpPr>
          <p:nvPr>
            <p:ph type="ctrTitle"/>
          </p:nvPr>
        </p:nvSpPr>
        <p:spPr>
          <a:xfrm>
            <a:off x="3423902" y="387473"/>
            <a:ext cx="2251800" cy="577800"/>
          </a:xfrm>
          <a:prstGeom prst="rect">
            <a:avLst/>
          </a:prstGeom>
        </p:spPr>
        <p:txBody>
          <a:bodyPr spcFirstLastPara="1" wrap="square" lIns="91425" tIns="91425" rIns="91425" bIns="91425" anchor="b" anchorCtr="0">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42" name="Google Shape;42;p13"/>
          <p:cNvSpPr txBox="1">
            <a:spLocks noGrp="1"/>
          </p:cNvSpPr>
          <p:nvPr>
            <p:ph type="subTitle" idx="1"/>
          </p:nvPr>
        </p:nvSpPr>
        <p:spPr>
          <a:xfrm>
            <a:off x="3423900" y="802521"/>
            <a:ext cx="1906500" cy="572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
        <p:nvSpPr>
          <p:cNvPr id="43" name="Google Shape;43;p13"/>
          <p:cNvSpPr txBox="1">
            <a:spLocks noGrp="1"/>
          </p:cNvSpPr>
          <p:nvPr>
            <p:ph type="title" idx="2" hasCustomPrompt="1"/>
          </p:nvPr>
        </p:nvSpPr>
        <p:spPr>
          <a:xfrm>
            <a:off x="2023007" y="654113"/>
            <a:ext cx="1739100" cy="577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4" name="Google Shape;44;p13"/>
          <p:cNvSpPr txBox="1">
            <a:spLocks noGrp="1"/>
          </p:cNvSpPr>
          <p:nvPr>
            <p:ph type="ctrTitle" idx="3"/>
          </p:nvPr>
        </p:nvSpPr>
        <p:spPr>
          <a:xfrm>
            <a:off x="3425264" y="1224286"/>
            <a:ext cx="2251800" cy="577800"/>
          </a:xfrm>
          <a:prstGeom prst="rect">
            <a:avLst/>
          </a:prstGeom>
        </p:spPr>
        <p:txBody>
          <a:bodyPr spcFirstLastPara="1" wrap="square" lIns="91425" tIns="91425" rIns="91425" bIns="91425" anchor="b" anchorCtr="0">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45" name="Google Shape;45;p13"/>
          <p:cNvSpPr txBox="1">
            <a:spLocks noGrp="1"/>
          </p:cNvSpPr>
          <p:nvPr>
            <p:ph type="subTitle" idx="4"/>
          </p:nvPr>
        </p:nvSpPr>
        <p:spPr>
          <a:xfrm>
            <a:off x="3425259" y="1638859"/>
            <a:ext cx="1976700" cy="572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
        <p:nvSpPr>
          <p:cNvPr id="46" name="Google Shape;46;p13"/>
          <p:cNvSpPr txBox="1">
            <a:spLocks noGrp="1"/>
          </p:cNvSpPr>
          <p:nvPr>
            <p:ph type="title" idx="5" hasCustomPrompt="1"/>
          </p:nvPr>
        </p:nvSpPr>
        <p:spPr>
          <a:xfrm>
            <a:off x="2023007" y="1488788"/>
            <a:ext cx="1615200" cy="577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47" name="Google Shape;47;p13"/>
          <p:cNvSpPr txBox="1">
            <a:spLocks noGrp="1"/>
          </p:cNvSpPr>
          <p:nvPr>
            <p:ph type="ctrTitle" idx="6"/>
          </p:nvPr>
        </p:nvSpPr>
        <p:spPr>
          <a:xfrm>
            <a:off x="3427999" y="2061098"/>
            <a:ext cx="2251800" cy="577800"/>
          </a:xfrm>
          <a:prstGeom prst="rect">
            <a:avLst/>
          </a:prstGeom>
        </p:spPr>
        <p:txBody>
          <a:bodyPr spcFirstLastPara="1" wrap="square" lIns="91425" tIns="91425" rIns="91425" bIns="91425" anchor="b" anchorCtr="0">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48" name="Google Shape;48;p13"/>
          <p:cNvSpPr txBox="1">
            <a:spLocks noGrp="1"/>
          </p:cNvSpPr>
          <p:nvPr>
            <p:ph type="subTitle" idx="7"/>
          </p:nvPr>
        </p:nvSpPr>
        <p:spPr>
          <a:xfrm>
            <a:off x="3427997" y="2475197"/>
            <a:ext cx="1906500" cy="572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
        <p:nvSpPr>
          <p:cNvPr id="49" name="Google Shape;49;p13"/>
          <p:cNvSpPr txBox="1">
            <a:spLocks noGrp="1"/>
          </p:cNvSpPr>
          <p:nvPr>
            <p:ph type="title" idx="8" hasCustomPrompt="1"/>
          </p:nvPr>
        </p:nvSpPr>
        <p:spPr>
          <a:xfrm>
            <a:off x="2023007" y="2323463"/>
            <a:ext cx="1573500" cy="577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0" name="Google Shape;50;p13"/>
          <p:cNvSpPr txBox="1">
            <a:spLocks noGrp="1"/>
          </p:cNvSpPr>
          <p:nvPr>
            <p:ph type="ctrTitle" idx="9"/>
          </p:nvPr>
        </p:nvSpPr>
        <p:spPr>
          <a:xfrm rot="5400000">
            <a:off x="6672869" y="1646270"/>
            <a:ext cx="2913300" cy="4875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1" name="Google Shape;51;p13"/>
          <p:cNvSpPr txBox="1">
            <a:spLocks noGrp="1"/>
          </p:cNvSpPr>
          <p:nvPr>
            <p:ph type="ctrTitle" idx="13"/>
          </p:nvPr>
        </p:nvSpPr>
        <p:spPr>
          <a:xfrm>
            <a:off x="3427999" y="2897911"/>
            <a:ext cx="2251800" cy="577800"/>
          </a:xfrm>
          <a:prstGeom prst="rect">
            <a:avLst/>
          </a:prstGeom>
        </p:spPr>
        <p:txBody>
          <a:bodyPr spcFirstLastPara="1" wrap="square" lIns="91425" tIns="91425" rIns="91425" bIns="91425" anchor="b" anchorCtr="0">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52" name="Google Shape;52;p13"/>
          <p:cNvSpPr txBox="1">
            <a:spLocks noGrp="1"/>
          </p:cNvSpPr>
          <p:nvPr>
            <p:ph type="subTitle" idx="14"/>
          </p:nvPr>
        </p:nvSpPr>
        <p:spPr>
          <a:xfrm>
            <a:off x="3427997" y="3311534"/>
            <a:ext cx="1906500" cy="572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
        <p:nvSpPr>
          <p:cNvPr id="53" name="Google Shape;53;p13"/>
          <p:cNvSpPr txBox="1">
            <a:spLocks noGrp="1"/>
          </p:cNvSpPr>
          <p:nvPr>
            <p:ph type="title" idx="15" hasCustomPrompt="1"/>
          </p:nvPr>
        </p:nvSpPr>
        <p:spPr>
          <a:xfrm>
            <a:off x="2023007" y="3158138"/>
            <a:ext cx="1573500" cy="577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
        <p:nvSpPr>
          <p:cNvPr id="54" name="Google Shape;54;p13"/>
          <p:cNvSpPr txBox="1">
            <a:spLocks noGrp="1"/>
          </p:cNvSpPr>
          <p:nvPr>
            <p:ph type="ctrTitle" idx="16"/>
          </p:nvPr>
        </p:nvSpPr>
        <p:spPr>
          <a:xfrm>
            <a:off x="3427999" y="3734723"/>
            <a:ext cx="2251800" cy="577800"/>
          </a:xfrm>
          <a:prstGeom prst="rect">
            <a:avLst/>
          </a:prstGeom>
        </p:spPr>
        <p:txBody>
          <a:bodyPr spcFirstLastPara="1" wrap="square" lIns="91425" tIns="91425" rIns="91425" bIns="91425" anchor="b" anchorCtr="0">
            <a:noAutofit/>
          </a:bodyPr>
          <a:lstStyle>
            <a:lvl1pPr lvl="0">
              <a:spcBef>
                <a:spcPts val="0"/>
              </a:spcBef>
              <a:spcAft>
                <a:spcPts val="0"/>
              </a:spcAft>
              <a:buSzPts val="1200"/>
              <a:buNone/>
              <a:defRPr sz="1200"/>
            </a:lvl1pPr>
            <a:lvl2pPr lvl="1">
              <a:spcBef>
                <a:spcPts val="0"/>
              </a:spcBef>
              <a:spcAft>
                <a:spcPts val="0"/>
              </a:spcAft>
              <a:buSzPts val="1200"/>
              <a:buNone/>
              <a:defRPr sz="1200"/>
            </a:lvl2pPr>
            <a:lvl3pPr lvl="2">
              <a:spcBef>
                <a:spcPts val="0"/>
              </a:spcBef>
              <a:spcAft>
                <a:spcPts val="0"/>
              </a:spcAft>
              <a:buSzPts val="1200"/>
              <a:buNone/>
              <a:defRPr sz="1200"/>
            </a:lvl3pPr>
            <a:lvl4pPr lvl="3">
              <a:spcBef>
                <a:spcPts val="0"/>
              </a:spcBef>
              <a:spcAft>
                <a:spcPts val="0"/>
              </a:spcAft>
              <a:buSzPts val="1200"/>
              <a:buNone/>
              <a:defRPr sz="1200"/>
            </a:lvl4pPr>
            <a:lvl5pPr lvl="4">
              <a:spcBef>
                <a:spcPts val="0"/>
              </a:spcBef>
              <a:spcAft>
                <a:spcPts val="0"/>
              </a:spcAft>
              <a:buSzPts val="1200"/>
              <a:buNone/>
              <a:defRPr sz="1200"/>
            </a:lvl5pPr>
            <a:lvl6pPr lvl="5">
              <a:spcBef>
                <a:spcPts val="0"/>
              </a:spcBef>
              <a:spcAft>
                <a:spcPts val="0"/>
              </a:spcAft>
              <a:buSzPts val="1200"/>
              <a:buNone/>
              <a:defRPr sz="1200"/>
            </a:lvl6pPr>
            <a:lvl7pPr lvl="6">
              <a:spcBef>
                <a:spcPts val="0"/>
              </a:spcBef>
              <a:spcAft>
                <a:spcPts val="0"/>
              </a:spcAft>
              <a:buSzPts val="1200"/>
              <a:buNone/>
              <a:defRPr sz="1200"/>
            </a:lvl7pPr>
            <a:lvl8pPr lvl="7">
              <a:spcBef>
                <a:spcPts val="0"/>
              </a:spcBef>
              <a:spcAft>
                <a:spcPts val="0"/>
              </a:spcAft>
              <a:buSzPts val="1200"/>
              <a:buNone/>
              <a:defRPr sz="1200"/>
            </a:lvl8pPr>
            <a:lvl9pPr lvl="8">
              <a:spcBef>
                <a:spcPts val="0"/>
              </a:spcBef>
              <a:spcAft>
                <a:spcPts val="0"/>
              </a:spcAft>
              <a:buSzPts val="1200"/>
              <a:buNone/>
              <a:defRPr sz="1200"/>
            </a:lvl9pPr>
          </a:lstStyle>
          <a:p>
            <a:endParaRPr/>
          </a:p>
        </p:txBody>
      </p:sp>
      <p:sp>
        <p:nvSpPr>
          <p:cNvPr id="55" name="Google Shape;55;p13"/>
          <p:cNvSpPr txBox="1">
            <a:spLocks noGrp="1"/>
          </p:cNvSpPr>
          <p:nvPr>
            <p:ph type="subTitle" idx="17"/>
          </p:nvPr>
        </p:nvSpPr>
        <p:spPr>
          <a:xfrm>
            <a:off x="3427997" y="4147872"/>
            <a:ext cx="1906500" cy="572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
        <p:nvSpPr>
          <p:cNvPr id="56" name="Google Shape;56;p13"/>
          <p:cNvSpPr txBox="1">
            <a:spLocks noGrp="1"/>
          </p:cNvSpPr>
          <p:nvPr>
            <p:ph type="title" idx="18" hasCustomPrompt="1"/>
          </p:nvPr>
        </p:nvSpPr>
        <p:spPr>
          <a:xfrm>
            <a:off x="2023007" y="3992813"/>
            <a:ext cx="1573500" cy="577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solidFill>
                  <a:schemeClr val="lt1"/>
                </a:solidFill>
              </a:defRPr>
            </a:lvl1pPr>
            <a:lvl2pPr lvl="1">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2pPr>
            <a:lvl3pPr lvl="2">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3pPr>
            <a:lvl4pPr lvl="3">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4pPr>
            <a:lvl5pPr lvl="4">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5pPr>
            <a:lvl6pPr lvl="5">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6pPr>
            <a:lvl7pPr lvl="6">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7pPr>
            <a:lvl8pPr lvl="7">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8pPr>
            <a:lvl9pPr lvl="8">
              <a:spcBef>
                <a:spcPts val="0"/>
              </a:spcBef>
              <a:spcAft>
                <a:spcPts val="0"/>
              </a:spcAft>
              <a:buSzPts val="4800"/>
              <a:buFont typeface="Fira Sans Extra Condensed Medium"/>
              <a:buNone/>
              <a:defRPr sz="4800">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7"/>
        <p:cNvGrpSpPr/>
        <p:nvPr/>
      </p:nvGrpSpPr>
      <p:grpSpPr>
        <a:xfrm>
          <a:off x="0" y="0"/>
          <a:ext cx="0" cy="0"/>
          <a:chOff x="0" y="0"/>
          <a:chExt cx="0" cy="0"/>
        </a:xfrm>
      </p:grpSpPr>
      <p:sp>
        <p:nvSpPr>
          <p:cNvPr id="58" name="Google Shape;58;p14"/>
          <p:cNvSpPr txBox="1">
            <a:spLocks noGrp="1"/>
          </p:cNvSpPr>
          <p:nvPr>
            <p:ph type="subTitle" idx="1"/>
          </p:nvPr>
        </p:nvSpPr>
        <p:spPr>
          <a:xfrm>
            <a:off x="915175" y="3380775"/>
            <a:ext cx="3960600" cy="631800"/>
          </a:xfrm>
          <a:prstGeom prst="rect">
            <a:avLst/>
          </a:prstGeom>
        </p:spPr>
        <p:txBody>
          <a:bodyPr spcFirstLastPara="1" wrap="square" lIns="91425" tIns="91425" rIns="91425" bIns="91425" anchor="t" anchorCtr="0">
            <a:noAutofit/>
          </a:bodyPr>
          <a:lstStyle>
            <a:lvl1pPr lvl="0">
              <a:spcBef>
                <a:spcPts val="0"/>
              </a:spcBef>
              <a:spcAft>
                <a:spcPts val="0"/>
              </a:spcAft>
              <a:buNone/>
              <a:defRPr/>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
        <p:nvSpPr>
          <p:cNvPr id="59" name="Google Shape;59;p14"/>
          <p:cNvSpPr txBox="1">
            <a:spLocks noGrp="1"/>
          </p:cNvSpPr>
          <p:nvPr>
            <p:ph type="subTitle" idx="2"/>
          </p:nvPr>
        </p:nvSpPr>
        <p:spPr>
          <a:xfrm>
            <a:off x="915175" y="4004575"/>
            <a:ext cx="1821000" cy="213000"/>
          </a:xfrm>
          <a:prstGeom prst="rect">
            <a:avLst/>
          </a:prstGeom>
        </p:spPr>
        <p:txBody>
          <a:bodyPr spcFirstLastPara="1" wrap="square" lIns="91425" tIns="91425" rIns="91425" bIns="91425" anchor="t" anchorCtr="0">
            <a:noAutofit/>
          </a:bodyPr>
          <a:lstStyle>
            <a:lvl1pPr lvl="0">
              <a:spcBef>
                <a:spcPts val="0"/>
              </a:spcBef>
              <a:spcAft>
                <a:spcPts val="0"/>
              </a:spcAft>
              <a:buNone/>
              <a:defRPr b="1">
                <a:latin typeface="Livvic"/>
                <a:ea typeface="Livvic"/>
                <a:cs typeface="Livvic"/>
                <a:sym typeface="Livvic"/>
              </a:defRPr>
            </a:lvl1pPr>
            <a:lvl2pPr lvl="1">
              <a:spcBef>
                <a:spcPts val="1600"/>
              </a:spcBef>
              <a:spcAft>
                <a:spcPts val="0"/>
              </a:spcAft>
              <a:buNone/>
              <a:defRPr b="1">
                <a:latin typeface="Livvic"/>
                <a:ea typeface="Livvic"/>
                <a:cs typeface="Livvic"/>
                <a:sym typeface="Livvic"/>
              </a:defRPr>
            </a:lvl2pPr>
            <a:lvl3pPr lvl="2">
              <a:spcBef>
                <a:spcPts val="1600"/>
              </a:spcBef>
              <a:spcAft>
                <a:spcPts val="0"/>
              </a:spcAft>
              <a:buNone/>
              <a:defRPr b="1">
                <a:latin typeface="Livvic"/>
                <a:ea typeface="Livvic"/>
                <a:cs typeface="Livvic"/>
                <a:sym typeface="Livvic"/>
              </a:defRPr>
            </a:lvl3pPr>
            <a:lvl4pPr lvl="3">
              <a:spcBef>
                <a:spcPts val="1600"/>
              </a:spcBef>
              <a:spcAft>
                <a:spcPts val="0"/>
              </a:spcAft>
              <a:buNone/>
              <a:defRPr b="1">
                <a:latin typeface="Livvic"/>
                <a:ea typeface="Livvic"/>
                <a:cs typeface="Livvic"/>
                <a:sym typeface="Livvic"/>
              </a:defRPr>
            </a:lvl4pPr>
            <a:lvl5pPr lvl="4">
              <a:spcBef>
                <a:spcPts val="1600"/>
              </a:spcBef>
              <a:spcAft>
                <a:spcPts val="0"/>
              </a:spcAft>
              <a:buNone/>
              <a:defRPr b="1">
                <a:latin typeface="Livvic"/>
                <a:ea typeface="Livvic"/>
                <a:cs typeface="Livvic"/>
                <a:sym typeface="Livvic"/>
              </a:defRPr>
            </a:lvl5pPr>
            <a:lvl6pPr lvl="5">
              <a:spcBef>
                <a:spcPts val="1600"/>
              </a:spcBef>
              <a:spcAft>
                <a:spcPts val="0"/>
              </a:spcAft>
              <a:buNone/>
              <a:defRPr b="1">
                <a:latin typeface="Livvic"/>
                <a:ea typeface="Livvic"/>
                <a:cs typeface="Livvic"/>
                <a:sym typeface="Livvic"/>
              </a:defRPr>
            </a:lvl6pPr>
            <a:lvl7pPr lvl="6">
              <a:spcBef>
                <a:spcPts val="1600"/>
              </a:spcBef>
              <a:spcAft>
                <a:spcPts val="0"/>
              </a:spcAft>
              <a:buNone/>
              <a:defRPr b="1">
                <a:latin typeface="Livvic"/>
                <a:ea typeface="Livvic"/>
                <a:cs typeface="Livvic"/>
                <a:sym typeface="Livvic"/>
              </a:defRPr>
            </a:lvl7pPr>
            <a:lvl8pPr lvl="7">
              <a:spcBef>
                <a:spcPts val="1600"/>
              </a:spcBef>
              <a:spcAft>
                <a:spcPts val="0"/>
              </a:spcAft>
              <a:buNone/>
              <a:defRPr b="1">
                <a:latin typeface="Livvic"/>
                <a:ea typeface="Livvic"/>
                <a:cs typeface="Livvic"/>
                <a:sym typeface="Livvic"/>
              </a:defRPr>
            </a:lvl8pPr>
            <a:lvl9pPr lvl="8">
              <a:spcBef>
                <a:spcPts val="1600"/>
              </a:spcBef>
              <a:spcAft>
                <a:spcPts val="1600"/>
              </a:spcAft>
              <a:buNone/>
              <a:defRPr b="1">
                <a:latin typeface="Livvic"/>
                <a:ea typeface="Livvic"/>
                <a:cs typeface="Livvic"/>
                <a:sym typeface="Livvic"/>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672375" y="1432475"/>
            <a:ext cx="3498000" cy="896700"/>
          </a:xfrm>
          <a:prstGeom prst="rect">
            <a:avLst/>
          </a:prstGeom>
        </p:spPr>
        <p:txBody>
          <a:bodyPr spcFirstLastPara="1" wrap="square" lIns="91425" tIns="91425" rIns="91425" bIns="91425" anchor="ctr" anchorCtr="0">
            <a:noAutofit/>
          </a:bodyPr>
          <a:lstStyle>
            <a:lvl1pPr lvl="0" algn="r">
              <a:spcBef>
                <a:spcPts val="0"/>
              </a:spcBef>
              <a:spcAft>
                <a:spcPts val="0"/>
              </a:spcAft>
              <a:buClr>
                <a:srgbClr val="000000"/>
              </a:buClr>
              <a:buSzPts val="2800"/>
              <a:buNone/>
              <a:defRPr/>
            </a:lvl1pPr>
            <a:lvl2pPr lvl="1">
              <a:spcBef>
                <a:spcPts val="0"/>
              </a:spcBef>
              <a:spcAft>
                <a:spcPts val="0"/>
              </a:spcAft>
              <a:buClr>
                <a:srgbClr val="000000"/>
              </a:buClr>
              <a:buSzPts val="3000"/>
              <a:buNone/>
              <a:defRPr>
                <a:solidFill>
                  <a:srgbClr val="000000"/>
                </a:solidFill>
              </a:defRPr>
            </a:lvl2pPr>
            <a:lvl3pPr lvl="2">
              <a:spcBef>
                <a:spcPts val="0"/>
              </a:spcBef>
              <a:spcAft>
                <a:spcPts val="0"/>
              </a:spcAft>
              <a:buClr>
                <a:srgbClr val="000000"/>
              </a:buClr>
              <a:buSzPts val="3000"/>
              <a:buNone/>
              <a:defRPr>
                <a:solidFill>
                  <a:srgbClr val="000000"/>
                </a:solidFill>
              </a:defRPr>
            </a:lvl3pPr>
            <a:lvl4pPr lvl="3">
              <a:spcBef>
                <a:spcPts val="0"/>
              </a:spcBef>
              <a:spcAft>
                <a:spcPts val="0"/>
              </a:spcAft>
              <a:buClr>
                <a:srgbClr val="000000"/>
              </a:buClr>
              <a:buSzPts val="3000"/>
              <a:buNone/>
              <a:defRPr>
                <a:solidFill>
                  <a:srgbClr val="000000"/>
                </a:solidFill>
              </a:defRPr>
            </a:lvl4pPr>
            <a:lvl5pPr lvl="4">
              <a:spcBef>
                <a:spcPts val="0"/>
              </a:spcBef>
              <a:spcAft>
                <a:spcPts val="0"/>
              </a:spcAft>
              <a:buClr>
                <a:srgbClr val="000000"/>
              </a:buClr>
              <a:buSzPts val="3000"/>
              <a:buNone/>
              <a:defRPr>
                <a:solidFill>
                  <a:srgbClr val="000000"/>
                </a:solidFill>
              </a:defRPr>
            </a:lvl5pPr>
            <a:lvl6pPr lvl="5">
              <a:spcBef>
                <a:spcPts val="0"/>
              </a:spcBef>
              <a:spcAft>
                <a:spcPts val="0"/>
              </a:spcAft>
              <a:buClr>
                <a:srgbClr val="000000"/>
              </a:buClr>
              <a:buSzPts val="3000"/>
              <a:buNone/>
              <a:defRPr>
                <a:solidFill>
                  <a:srgbClr val="000000"/>
                </a:solidFill>
              </a:defRPr>
            </a:lvl6pPr>
            <a:lvl7pPr lvl="6">
              <a:spcBef>
                <a:spcPts val="0"/>
              </a:spcBef>
              <a:spcAft>
                <a:spcPts val="0"/>
              </a:spcAft>
              <a:buClr>
                <a:srgbClr val="000000"/>
              </a:buClr>
              <a:buSzPts val="3000"/>
              <a:buNone/>
              <a:defRPr>
                <a:solidFill>
                  <a:srgbClr val="000000"/>
                </a:solidFill>
              </a:defRPr>
            </a:lvl7pPr>
            <a:lvl8pPr lvl="7">
              <a:spcBef>
                <a:spcPts val="0"/>
              </a:spcBef>
              <a:spcAft>
                <a:spcPts val="0"/>
              </a:spcAft>
              <a:buClr>
                <a:srgbClr val="000000"/>
              </a:buClr>
              <a:buSzPts val="3000"/>
              <a:buNone/>
              <a:defRPr>
                <a:solidFill>
                  <a:srgbClr val="000000"/>
                </a:solidFill>
              </a:defRPr>
            </a:lvl8pPr>
            <a:lvl9pPr lvl="8">
              <a:spcBef>
                <a:spcPts val="0"/>
              </a:spcBef>
              <a:spcAft>
                <a:spcPts val="0"/>
              </a:spcAft>
              <a:buClr>
                <a:srgbClr val="000000"/>
              </a:buClr>
              <a:buSzPts val="3000"/>
              <a:buNone/>
              <a:defRPr>
                <a:solidFill>
                  <a:srgbClr val="000000"/>
                </a:solidFill>
              </a:defRPr>
            </a:lvl9pPr>
          </a:lstStyle>
          <a:p>
            <a:endParaRPr/>
          </a:p>
        </p:txBody>
      </p:sp>
      <p:sp>
        <p:nvSpPr>
          <p:cNvPr id="62" name="Google Shape;62;p15"/>
          <p:cNvSpPr txBox="1">
            <a:spLocks noGrp="1"/>
          </p:cNvSpPr>
          <p:nvPr>
            <p:ph type="subTitle" idx="1"/>
          </p:nvPr>
        </p:nvSpPr>
        <p:spPr>
          <a:xfrm flipH="1">
            <a:off x="1667175" y="2154225"/>
            <a:ext cx="2503200" cy="11700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Clr>
                <a:srgbClr val="000000"/>
              </a:buClr>
              <a:buSzPts val="1200"/>
              <a:buNone/>
              <a:defRPr>
                <a:solidFill>
                  <a:srgbClr val="434343"/>
                </a:solidFill>
              </a:defRPr>
            </a:lvl1pPr>
            <a:lvl2pPr lvl="1">
              <a:lnSpc>
                <a:spcPct val="100000"/>
              </a:lnSpc>
              <a:spcBef>
                <a:spcPts val="0"/>
              </a:spcBef>
              <a:spcAft>
                <a:spcPts val="0"/>
              </a:spcAft>
              <a:buClr>
                <a:srgbClr val="000000"/>
              </a:buClr>
              <a:buSzPts val="2800"/>
              <a:buNone/>
              <a:defRPr sz="2800">
                <a:solidFill>
                  <a:srgbClr val="000000"/>
                </a:solidFill>
              </a:defRPr>
            </a:lvl2pPr>
            <a:lvl3pPr lvl="2">
              <a:lnSpc>
                <a:spcPct val="100000"/>
              </a:lnSpc>
              <a:spcBef>
                <a:spcPts val="0"/>
              </a:spcBef>
              <a:spcAft>
                <a:spcPts val="0"/>
              </a:spcAft>
              <a:buClr>
                <a:srgbClr val="000000"/>
              </a:buClr>
              <a:buSzPts val="2800"/>
              <a:buNone/>
              <a:defRPr sz="2800">
                <a:solidFill>
                  <a:srgbClr val="000000"/>
                </a:solidFill>
              </a:defRPr>
            </a:lvl3pPr>
            <a:lvl4pPr lvl="3">
              <a:lnSpc>
                <a:spcPct val="100000"/>
              </a:lnSpc>
              <a:spcBef>
                <a:spcPts val="0"/>
              </a:spcBef>
              <a:spcAft>
                <a:spcPts val="0"/>
              </a:spcAft>
              <a:buClr>
                <a:srgbClr val="000000"/>
              </a:buClr>
              <a:buSzPts val="2800"/>
              <a:buNone/>
              <a:defRPr sz="2800">
                <a:solidFill>
                  <a:srgbClr val="000000"/>
                </a:solidFill>
              </a:defRPr>
            </a:lvl4pPr>
            <a:lvl5pPr lvl="4">
              <a:lnSpc>
                <a:spcPct val="100000"/>
              </a:lnSpc>
              <a:spcBef>
                <a:spcPts val="0"/>
              </a:spcBef>
              <a:spcAft>
                <a:spcPts val="0"/>
              </a:spcAft>
              <a:buClr>
                <a:srgbClr val="000000"/>
              </a:buClr>
              <a:buSzPts val="2800"/>
              <a:buNone/>
              <a:defRPr sz="2800">
                <a:solidFill>
                  <a:srgbClr val="000000"/>
                </a:solidFill>
              </a:defRPr>
            </a:lvl5pPr>
            <a:lvl6pPr lvl="5">
              <a:lnSpc>
                <a:spcPct val="100000"/>
              </a:lnSpc>
              <a:spcBef>
                <a:spcPts val="0"/>
              </a:spcBef>
              <a:spcAft>
                <a:spcPts val="0"/>
              </a:spcAft>
              <a:buClr>
                <a:srgbClr val="000000"/>
              </a:buClr>
              <a:buSzPts val="2800"/>
              <a:buNone/>
              <a:defRPr sz="2800">
                <a:solidFill>
                  <a:srgbClr val="000000"/>
                </a:solidFill>
              </a:defRPr>
            </a:lvl6pPr>
            <a:lvl7pPr lvl="6">
              <a:lnSpc>
                <a:spcPct val="100000"/>
              </a:lnSpc>
              <a:spcBef>
                <a:spcPts val="0"/>
              </a:spcBef>
              <a:spcAft>
                <a:spcPts val="0"/>
              </a:spcAft>
              <a:buClr>
                <a:srgbClr val="000000"/>
              </a:buClr>
              <a:buSzPts val="2800"/>
              <a:buNone/>
              <a:defRPr sz="2800">
                <a:solidFill>
                  <a:srgbClr val="000000"/>
                </a:solidFill>
              </a:defRPr>
            </a:lvl7pPr>
            <a:lvl8pPr lvl="7">
              <a:lnSpc>
                <a:spcPct val="100000"/>
              </a:lnSpc>
              <a:spcBef>
                <a:spcPts val="0"/>
              </a:spcBef>
              <a:spcAft>
                <a:spcPts val="0"/>
              </a:spcAft>
              <a:buClr>
                <a:srgbClr val="000000"/>
              </a:buClr>
              <a:buSzPts val="2800"/>
              <a:buNone/>
              <a:defRPr sz="2800">
                <a:solidFill>
                  <a:srgbClr val="000000"/>
                </a:solidFill>
              </a:defRPr>
            </a:lvl8pPr>
            <a:lvl9pPr lvl="8">
              <a:lnSpc>
                <a:spcPct val="100000"/>
              </a:lnSpc>
              <a:spcBef>
                <a:spcPts val="0"/>
              </a:spcBef>
              <a:spcAft>
                <a:spcPts val="0"/>
              </a:spcAft>
              <a:buClr>
                <a:srgbClr val="000000"/>
              </a:buClr>
              <a:buSzPts val="2800"/>
              <a:buNone/>
              <a:defRPr sz="2800">
                <a:solidFill>
                  <a:srgbClr val="000000"/>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1">
  <p:cSld name="CUSTOM_4">
    <p:spTree>
      <p:nvGrpSpPr>
        <p:cNvPr id="1" name="Shape 63"/>
        <p:cNvGrpSpPr/>
        <p:nvPr/>
      </p:nvGrpSpPr>
      <p:grpSpPr>
        <a:xfrm>
          <a:off x="0" y="0"/>
          <a:ext cx="0" cy="0"/>
          <a:chOff x="0" y="0"/>
          <a:chExt cx="0" cy="0"/>
        </a:xfrm>
      </p:grpSpPr>
      <p:sp>
        <p:nvSpPr>
          <p:cNvPr id="64" name="Google Shape;64;p16"/>
          <p:cNvSpPr txBox="1">
            <a:spLocks noGrp="1"/>
          </p:cNvSpPr>
          <p:nvPr>
            <p:ph type="ctrTitle"/>
          </p:nvPr>
        </p:nvSpPr>
        <p:spPr>
          <a:xfrm>
            <a:off x="5432000" y="710675"/>
            <a:ext cx="2888100" cy="2054100"/>
          </a:xfrm>
          <a:prstGeom prst="rect">
            <a:avLst/>
          </a:prstGeom>
        </p:spPr>
        <p:txBody>
          <a:bodyPr spcFirstLastPara="1" wrap="square" lIns="91425" tIns="91425" rIns="91425" bIns="91425" anchor="b" anchorCtr="0">
            <a:noAutofit/>
          </a:bodyPr>
          <a:lstStyle>
            <a:lvl1pPr lvl="0" algn="r">
              <a:spcBef>
                <a:spcPts val="0"/>
              </a:spcBef>
              <a:spcAft>
                <a:spcPts val="0"/>
              </a:spcAft>
              <a:buSzPts val="2800"/>
              <a:buNone/>
              <a:defRPr/>
            </a:lvl1pPr>
            <a:lvl2pPr lvl="1" algn="r">
              <a:spcBef>
                <a:spcPts val="0"/>
              </a:spcBef>
              <a:spcAft>
                <a:spcPts val="0"/>
              </a:spcAft>
              <a:buClr>
                <a:srgbClr val="000000"/>
              </a:buClr>
              <a:buSzPts val="1600"/>
              <a:buNone/>
              <a:defRPr sz="1600">
                <a:solidFill>
                  <a:srgbClr val="000000"/>
                </a:solidFill>
              </a:defRPr>
            </a:lvl2pPr>
            <a:lvl3pPr lvl="2" algn="r">
              <a:spcBef>
                <a:spcPts val="0"/>
              </a:spcBef>
              <a:spcAft>
                <a:spcPts val="0"/>
              </a:spcAft>
              <a:buClr>
                <a:srgbClr val="000000"/>
              </a:buClr>
              <a:buSzPts val="1600"/>
              <a:buNone/>
              <a:defRPr sz="1600">
                <a:solidFill>
                  <a:srgbClr val="000000"/>
                </a:solidFill>
              </a:defRPr>
            </a:lvl3pPr>
            <a:lvl4pPr lvl="3" algn="r">
              <a:spcBef>
                <a:spcPts val="0"/>
              </a:spcBef>
              <a:spcAft>
                <a:spcPts val="0"/>
              </a:spcAft>
              <a:buClr>
                <a:srgbClr val="000000"/>
              </a:buClr>
              <a:buSzPts val="1600"/>
              <a:buNone/>
              <a:defRPr sz="1600">
                <a:solidFill>
                  <a:srgbClr val="000000"/>
                </a:solidFill>
              </a:defRPr>
            </a:lvl4pPr>
            <a:lvl5pPr lvl="4" algn="r">
              <a:spcBef>
                <a:spcPts val="0"/>
              </a:spcBef>
              <a:spcAft>
                <a:spcPts val="0"/>
              </a:spcAft>
              <a:buClr>
                <a:srgbClr val="000000"/>
              </a:buClr>
              <a:buSzPts val="1600"/>
              <a:buNone/>
              <a:defRPr sz="1600">
                <a:solidFill>
                  <a:srgbClr val="000000"/>
                </a:solidFill>
              </a:defRPr>
            </a:lvl5pPr>
            <a:lvl6pPr lvl="5" algn="r">
              <a:spcBef>
                <a:spcPts val="0"/>
              </a:spcBef>
              <a:spcAft>
                <a:spcPts val="0"/>
              </a:spcAft>
              <a:buClr>
                <a:srgbClr val="000000"/>
              </a:buClr>
              <a:buSzPts val="1600"/>
              <a:buNone/>
              <a:defRPr sz="1600">
                <a:solidFill>
                  <a:srgbClr val="000000"/>
                </a:solidFill>
              </a:defRPr>
            </a:lvl6pPr>
            <a:lvl7pPr lvl="6" algn="r">
              <a:spcBef>
                <a:spcPts val="0"/>
              </a:spcBef>
              <a:spcAft>
                <a:spcPts val="0"/>
              </a:spcAft>
              <a:buClr>
                <a:srgbClr val="000000"/>
              </a:buClr>
              <a:buSzPts val="1600"/>
              <a:buNone/>
              <a:defRPr sz="1600">
                <a:solidFill>
                  <a:srgbClr val="000000"/>
                </a:solidFill>
              </a:defRPr>
            </a:lvl7pPr>
            <a:lvl8pPr lvl="7" algn="r">
              <a:spcBef>
                <a:spcPts val="0"/>
              </a:spcBef>
              <a:spcAft>
                <a:spcPts val="0"/>
              </a:spcAft>
              <a:buClr>
                <a:srgbClr val="000000"/>
              </a:buClr>
              <a:buSzPts val="1600"/>
              <a:buNone/>
              <a:defRPr sz="1600">
                <a:solidFill>
                  <a:srgbClr val="000000"/>
                </a:solidFill>
              </a:defRPr>
            </a:lvl8pPr>
            <a:lvl9pPr lvl="8" algn="r">
              <a:spcBef>
                <a:spcPts val="0"/>
              </a:spcBef>
              <a:spcAft>
                <a:spcPts val="0"/>
              </a:spcAft>
              <a:buClr>
                <a:srgbClr val="000000"/>
              </a:buClr>
              <a:buSzPts val="1600"/>
              <a:buNone/>
              <a:defRPr sz="1600">
                <a:solidFill>
                  <a:srgbClr val="000000"/>
                </a:solidFill>
              </a:defRPr>
            </a:lvl9pPr>
          </a:lstStyle>
          <a:p>
            <a:endParaRPr/>
          </a:p>
        </p:txBody>
      </p:sp>
      <p:sp>
        <p:nvSpPr>
          <p:cNvPr id="65" name="Google Shape;65;p16"/>
          <p:cNvSpPr txBox="1">
            <a:spLocks noGrp="1"/>
          </p:cNvSpPr>
          <p:nvPr>
            <p:ph type="subTitle" idx="1"/>
          </p:nvPr>
        </p:nvSpPr>
        <p:spPr>
          <a:xfrm>
            <a:off x="5363550" y="2724625"/>
            <a:ext cx="2956500" cy="17844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200"/>
              <a:buNone/>
              <a:defRPr/>
            </a:lvl1pPr>
            <a:lvl2pPr lvl="1" algn="r">
              <a:lnSpc>
                <a:spcPct val="100000"/>
              </a:lnSpc>
              <a:spcBef>
                <a:spcPts val="0"/>
              </a:spcBef>
              <a:spcAft>
                <a:spcPts val="0"/>
              </a:spcAft>
              <a:buSzPts val="1200"/>
              <a:buNone/>
              <a:defRPr/>
            </a:lvl2pPr>
            <a:lvl3pPr lvl="2" algn="r">
              <a:lnSpc>
                <a:spcPct val="100000"/>
              </a:lnSpc>
              <a:spcBef>
                <a:spcPts val="0"/>
              </a:spcBef>
              <a:spcAft>
                <a:spcPts val="0"/>
              </a:spcAft>
              <a:buSzPts val="1200"/>
              <a:buNone/>
              <a:defRPr/>
            </a:lvl3pPr>
            <a:lvl4pPr lvl="3" algn="r">
              <a:lnSpc>
                <a:spcPct val="100000"/>
              </a:lnSpc>
              <a:spcBef>
                <a:spcPts val="0"/>
              </a:spcBef>
              <a:spcAft>
                <a:spcPts val="0"/>
              </a:spcAft>
              <a:buSzPts val="1200"/>
              <a:buNone/>
              <a:defRPr/>
            </a:lvl4pPr>
            <a:lvl5pPr lvl="4" algn="r">
              <a:lnSpc>
                <a:spcPct val="100000"/>
              </a:lnSpc>
              <a:spcBef>
                <a:spcPts val="0"/>
              </a:spcBef>
              <a:spcAft>
                <a:spcPts val="0"/>
              </a:spcAft>
              <a:buSzPts val="1200"/>
              <a:buNone/>
              <a:defRPr/>
            </a:lvl5pPr>
            <a:lvl6pPr lvl="5" algn="r">
              <a:lnSpc>
                <a:spcPct val="100000"/>
              </a:lnSpc>
              <a:spcBef>
                <a:spcPts val="0"/>
              </a:spcBef>
              <a:spcAft>
                <a:spcPts val="0"/>
              </a:spcAft>
              <a:buSzPts val="1200"/>
              <a:buNone/>
              <a:defRPr/>
            </a:lvl6pPr>
            <a:lvl7pPr lvl="6" algn="r">
              <a:lnSpc>
                <a:spcPct val="100000"/>
              </a:lnSpc>
              <a:spcBef>
                <a:spcPts val="0"/>
              </a:spcBef>
              <a:spcAft>
                <a:spcPts val="0"/>
              </a:spcAft>
              <a:buSzPts val="1200"/>
              <a:buNone/>
              <a:defRPr/>
            </a:lvl7pPr>
            <a:lvl8pPr lvl="7" algn="r">
              <a:lnSpc>
                <a:spcPct val="100000"/>
              </a:lnSpc>
              <a:spcBef>
                <a:spcPts val="0"/>
              </a:spcBef>
              <a:spcAft>
                <a:spcPts val="0"/>
              </a:spcAft>
              <a:buSzPts val="1200"/>
              <a:buNone/>
              <a:defRPr/>
            </a:lvl8pPr>
            <a:lvl9pPr lvl="8" algn="r">
              <a:lnSpc>
                <a:spcPct val="100000"/>
              </a:lnSpc>
              <a:spcBef>
                <a:spcPts val="0"/>
              </a:spcBef>
              <a:spcAft>
                <a:spcPts val="0"/>
              </a:spcAft>
              <a:buSzPts val="12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2">
  <p:cSld name="CUSTOM_4_1">
    <p:spTree>
      <p:nvGrpSpPr>
        <p:cNvPr id="1" name="Shape 66"/>
        <p:cNvGrpSpPr/>
        <p:nvPr/>
      </p:nvGrpSpPr>
      <p:grpSpPr>
        <a:xfrm>
          <a:off x="0" y="0"/>
          <a:ext cx="0" cy="0"/>
          <a:chOff x="0" y="0"/>
          <a:chExt cx="0" cy="0"/>
        </a:xfrm>
      </p:grpSpPr>
      <p:sp>
        <p:nvSpPr>
          <p:cNvPr id="67" name="Google Shape;67;p17"/>
          <p:cNvSpPr txBox="1">
            <a:spLocks noGrp="1"/>
          </p:cNvSpPr>
          <p:nvPr>
            <p:ph type="title"/>
          </p:nvPr>
        </p:nvSpPr>
        <p:spPr>
          <a:xfrm>
            <a:off x="5553850" y="1313850"/>
            <a:ext cx="2630400" cy="1080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8" name="Google Shape;68;p17"/>
          <p:cNvSpPr txBox="1">
            <a:spLocks noGrp="1"/>
          </p:cNvSpPr>
          <p:nvPr>
            <p:ph type="subTitle" idx="1"/>
          </p:nvPr>
        </p:nvSpPr>
        <p:spPr>
          <a:xfrm>
            <a:off x="5553975" y="2317950"/>
            <a:ext cx="2630400" cy="10803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1600"/>
              </a:spcBef>
              <a:spcAft>
                <a:spcPts val="0"/>
              </a:spcAft>
              <a:buSzPts val="1200"/>
              <a:buNone/>
              <a:defRPr/>
            </a:lvl3pPr>
            <a:lvl4pPr lvl="3" algn="ctr" rtl="0">
              <a:lnSpc>
                <a:spcPct val="100000"/>
              </a:lnSpc>
              <a:spcBef>
                <a:spcPts val="1600"/>
              </a:spcBef>
              <a:spcAft>
                <a:spcPts val="0"/>
              </a:spcAft>
              <a:buSzPts val="1200"/>
              <a:buNone/>
              <a:defRPr/>
            </a:lvl4pPr>
            <a:lvl5pPr lvl="4" algn="ctr" rtl="0">
              <a:lnSpc>
                <a:spcPct val="100000"/>
              </a:lnSpc>
              <a:spcBef>
                <a:spcPts val="1600"/>
              </a:spcBef>
              <a:spcAft>
                <a:spcPts val="0"/>
              </a:spcAft>
              <a:buSzPts val="1200"/>
              <a:buNone/>
              <a:defRPr/>
            </a:lvl5pPr>
            <a:lvl6pPr lvl="5" algn="ctr" rtl="0">
              <a:lnSpc>
                <a:spcPct val="100000"/>
              </a:lnSpc>
              <a:spcBef>
                <a:spcPts val="1600"/>
              </a:spcBef>
              <a:spcAft>
                <a:spcPts val="0"/>
              </a:spcAft>
              <a:buSzPts val="1200"/>
              <a:buNone/>
              <a:defRPr/>
            </a:lvl6pPr>
            <a:lvl7pPr lvl="6" algn="ctr" rtl="0">
              <a:lnSpc>
                <a:spcPct val="100000"/>
              </a:lnSpc>
              <a:spcBef>
                <a:spcPts val="1600"/>
              </a:spcBef>
              <a:spcAft>
                <a:spcPts val="0"/>
              </a:spcAft>
              <a:buSzPts val="1200"/>
              <a:buNone/>
              <a:defRPr/>
            </a:lvl7pPr>
            <a:lvl8pPr lvl="7" algn="ctr" rtl="0">
              <a:lnSpc>
                <a:spcPct val="100000"/>
              </a:lnSpc>
              <a:spcBef>
                <a:spcPts val="1600"/>
              </a:spcBef>
              <a:spcAft>
                <a:spcPts val="0"/>
              </a:spcAft>
              <a:buSzPts val="1200"/>
              <a:buNone/>
              <a:defRPr/>
            </a:lvl8pPr>
            <a:lvl9pPr lvl="8" algn="ctr" rtl="0">
              <a:lnSpc>
                <a:spcPct val="100000"/>
              </a:lnSpc>
              <a:spcBef>
                <a:spcPts val="1600"/>
              </a:spcBef>
              <a:spcAft>
                <a:spcPts val="1600"/>
              </a:spcAft>
              <a:buSzPts val="12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3">
  <p:cSld name="CUSTOM_4_2">
    <p:spTree>
      <p:nvGrpSpPr>
        <p:cNvPr id="1" name="Shape 69"/>
        <p:cNvGrpSpPr/>
        <p:nvPr/>
      </p:nvGrpSpPr>
      <p:grpSpPr>
        <a:xfrm>
          <a:off x="0" y="0"/>
          <a:ext cx="0" cy="0"/>
          <a:chOff x="0" y="0"/>
          <a:chExt cx="0" cy="0"/>
        </a:xfrm>
      </p:grpSpPr>
      <p:sp>
        <p:nvSpPr>
          <p:cNvPr id="70" name="Google Shape;70;p18"/>
          <p:cNvSpPr txBox="1">
            <a:spLocks noGrp="1"/>
          </p:cNvSpPr>
          <p:nvPr>
            <p:ph type="subTitle" idx="1"/>
          </p:nvPr>
        </p:nvSpPr>
        <p:spPr>
          <a:xfrm>
            <a:off x="2117847" y="3380460"/>
            <a:ext cx="2951400" cy="295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
        <p:nvSpPr>
          <p:cNvPr id="71" name="Google Shape;71;p18"/>
          <p:cNvSpPr txBox="1">
            <a:spLocks noGrp="1"/>
          </p:cNvSpPr>
          <p:nvPr>
            <p:ph type="ctrTitle"/>
          </p:nvPr>
        </p:nvSpPr>
        <p:spPr>
          <a:xfrm rot="-5400000">
            <a:off x="-343101" y="1759150"/>
            <a:ext cx="2888100" cy="897900"/>
          </a:xfrm>
          <a:prstGeom prst="rect">
            <a:avLst/>
          </a:prstGeom>
        </p:spPr>
        <p:txBody>
          <a:bodyPr spcFirstLastPara="1" wrap="square" lIns="91425" tIns="91425" rIns="91425" bIns="91425" anchor="b" anchorCtr="0">
            <a:noAutofit/>
          </a:bodyPr>
          <a:lstStyle>
            <a:lvl1pPr lvl="0" algn="r">
              <a:spcBef>
                <a:spcPts val="0"/>
              </a:spcBef>
              <a:spcAft>
                <a:spcPts val="0"/>
              </a:spcAft>
              <a:buSzPts val="2800"/>
              <a:buNone/>
              <a:defRPr/>
            </a:lvl1pPr>
            <a:lvl2pPr lvl="1" algn="r">
              <a:spcBef>
                <a:spcPts val="0"/>
              </a:spcBef>
              <a:spcAft>
                <a:spcPts val="0"/>
              </a:spcAft>
              <a:buClr>
                <a:srgbClr val="000000"/>
              </a:buClr>
              <a:buSzPts val="1600"/>
              <a:buNone/>
              <a:defRPr sz="1600">
                <a:solidFill>
                  <a:srgbClr val="000000"/>
                </a:solidFill>
              </a:defRPr>
            </a:lvl2pPr>
            <a:lvl3pPr lvl="2" algn="r">
              <a:spcBef>
                <a:spcPts val="0"/>
              </a:spcBef>
              <a:spcAft>
                <a:spcPts val="0"/>
              </a:spcAft>
              <a:buClr>
                <a:srgbClr val="000000"/>
              </a:buClr>
              <a:buSzPts val="1600"/>
              <a:buNone/>
              <a:defRPr sz="1600">
                <a:solidFill>
                  <a:srgbClr val="000000"/>
                </a:solidFill>
              </a:defRPr>
            </a:lvl3pPr>
            <a:lvl4pPr lvl="3" algn="r">
              <a:spcBef>
                <a:spcPts val="0"/>
              </a:spcBef>
              <a:spcAft>
                <a:spcPts val="0"/>
              </a:spcAft>
              <a:buClr>
                <a:srgbClr val="000000"/>
              </a:buClr>
              <a:buSzPts val="1600"/>
              <a:buNone/>
              <a:defRPr sz="1600">
                <a:solidFill>
                  <a:srgbClr val="000000"/>
                </a:solidFill>
              </a:defRPr>
            </a:lvl4pPr>
            <a:lvl5pPr lvl="4" algn="r">
              <a:spcBef>
                <a:spcPts val="0"/>
              </a:spcBef>
              <a:spcAft>
                <a:spcPts val="0"/>
              </a:spcAft>
              <a:buClr>
                <a:srgbClr val="000000"/>
              </a:buClr>
              <a:buSzPts val="1600"/>
              <a:buNone/>
              <a:defRPr sz="1600">
                <a:solidFill>
                  <a:srgbClr val="000000"/>
                </a:solidFill>
              </a:defRPr>
            </a:lvl5pPr>
            <a:lvl6pPr lvl="5" algn="r">
              <a:spcBef>
                <a:spcPts val="0"/>
              </a:spcBef>
              <a:spcAft>
                <a:spcPts val="0"/>
              </a:spcAft>
              <a:buClr>
                <a:srgbClr val="000000"/>
              </a:buClr>
              <a:buSzPts val="1600"/>
              <a:buNone/>
              <a:defRPr sz="1600">
                <a:solidFill>
                  <a:srgbClr val="000000"/>
                </a:solidFill>
              </a:defRPr>
            </a:lvl6pPr>
            <a:lvl7pPr lvl="6" algn="r">
              <a:spcBef>
                <a:spcPts val="0"/>
              </a:spcBef>
              <a:spcAft>
                <a:spcPts val="0"/>
              </a:spcAft>
              <a:buClr>
                <a:srgbClr val="000000"/>
              </a:buClr>
              <a:buSzPts val="1600"/>
              <a:buNone/>
              <a:defRPr sz="1600">
                <a:solidFill>
                  <a:srgbClr val="000000"/>
                </a:solidFill>
              </a:defRPr>
            </a:lvl7pPr>
            <a:lvl8pPr lvl="7" algn="r">
              <a:spcBef>
                <a:spcPts val="0"/>
              </a:spcBef>
              <a:spcAft>
                <a:spcPts val="0"/>
              </a:spcAft>
              <a:buClr>
                <a:srgbClr val="000000"/>
              </a:buClr>
              <a:buSzPts val="1600"/>
              <a:buNone/>
              <a:defRPr sz="1600">
                <a:solidFill>
                  <a:srgbClr val="000000"/>
                </a:solidFill>
              </a:defRPr>
            </a:lvl8pPr>
            <a:lvl9pPr lvl="8" algn="r">
              <a:spcBef>
                <a:spcPts val="0"/>
              </a:spcBef>
              <a:spcAft>
                <a:spcPts val="0"/>
              </a:spcAft>
              <a:buClr>
                <a:srgbClr val="000000"/>
              </a:buClr>
              <a:buSzPts val="1600"/>
              <a:buNone/>
              <a:defRPr sz="1600">
                <a:solidFill>
                  <a:srgbClr val="000000"/>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4">
  <p:cSld name="CUSTOM_4_2_1">
    <p:spTree>
      <p:nvGrpSpPr>
        <p:cNvPr id="1" name="Shape 72"/>
        <p:cNvGrpSpPr/>
        <p:nvPr/>
      </p:nvGrpSpPr>
      <p:grpSpPr>
        <a:xfrm>
          <a:off x="0" y="0"/>
          <a:ext cx="0" cy="0"/>
          <a:chOff x="0" y="0"/>
          <a:chExt cx="0" cy="0"/>
        </a:xfrm>
      </p:grpSpPr>
      <p:sp>
        <p:nvSpPr>
          <p:cNvPr id="73" name="Google Shape;73;p19"/>
          <p:cNvSpPr txBox="1">
            <a:spLocks noGrp="1"/>
          </p:cNvSpPr>
          <p:nvPr>
            <p:ph type="subTitle" idx="1"/>
          </p:nvPr>
        </p:nvSpPr>
        <p:spPr>
          <a:xfrm flipH="1">
            <a:off x="4189625" y="3380460"/>
            <a:ext cx="2951400" cy="295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vl1pPr>
            <a:lvl2pPr lvl="1">
              <a:spcBef>
                <a:spcPts val="1600"/>
              </a:spcBef>
              <a:spcAft>
                <a:spcPts val="0"/>
              </a:spcAft>
              <a:buNone/>
              <a:defRPr/>
            </a:lvl2pPr>
            <a:lvl3pPr lvl="2">
              <a:spcBef>
                <a:spcPts val="1600"/>
              </a:spcBef>
              <a:spcAft>
                <a:spcPts val="0"/>
              </a:spcAft>
              <a:buNone/>
              <a:defRPr/>
            </a:lvl3pPr>
            <a:lvl4pPr lvl="3">
              <a:spcBef>
                <a:spcPts val="1600"/>
              </a:spcBef>
              <a:spcAft>
                <a:spcPts val="0"/>
              </a:spcAft>
              <a:buNone/>
              <a:defRPr/>
            </a:lvl4pPr>
            <a:lvl5pPr lvl="4">
              <a:spcBef>
                <a:spcPts val="1600"/>
              </a:spcBef>
              <a:spcAft>
                <a:spcPts val="0"/>
              </a:spcAft>
              <a:buNone/>
              <a:defRPr/>
            </a:lvl5pPr>
            <a:lvl6pPr lvl="5">
              <a:spcBef>
                <a:spcPts val="1600"/>
              </a:spcBef>
              <a:spcAft>
                <a:spcPts val="0"/>
              </a:spcAft>
              <a:buNone/>
              <a:defRPr/>
            </a:lvl6pPr>
            <a:lvl7pPr lvl="6">
              <a:spcBef>
                <a:spcPts val="1600"/>
              </a:spcBef>
              <a:spcAft>
                <a:spcPts val="0"/>
              </a:spcAft>
              <a:buNone/>
              <a:defRPr/>
            </a:lvl7pPr>
            <a:lvl8pPr lvl="7">
              <a:spcBef>
                <a:spcPts val="1600"/>
              </a:spcBef>
              <a:spcAft>
                <a:spcPts val="0"/>
              </a:spcAft>
              <a:buNone/>
              <a:defRPr/>
            </a:lvl8pPr>
            <a:lvl9pPr lvl="8">
              <a:spcBef>
                <a:spcPts val="1600"/>
              </a:spcBef>
              <a:spcAft>
                <a:spcPts val="1600"/>
              </a:spcAft>
              <a:buNone/>
              <a:defRPr/>
            </a:lvl9pPr>
          </a:lstStyle>
          <a:p>
            <a:endParaRPr/>
          </a:p>
        </p:txBody>
      </p:sp>
      <p:sp>
        <p:nvSpPr>
          <p:cNvPr id="74" name="Google Shape;74;p19"/>
          <p:cNvSpPr txBox="1">
            <a:spLocks noGrp="1"/>
          </p:cNvSpPr>
          <p:nvPr>
            <p:ph type="ctrTitle"/>
          </p:nvPr>
        </p:nvSpPr>
        <p:spPr>
          <a:xfrm rot="5400000">
            <a:off x="6612409" y="1752564"/>
            <a:ext cx="2888100" cy="8979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Clr>
                <a:srgbClr val="000000"/>
              </a:buClr>
              <a:buSzPts val="1600"/>
              <a:buNone/>
              <a:defRPr sz="1600">
                <a:solidFill>
                  <a:srgbClr val="000000"/>
                </a:solidFill>
              </a:defRPr>
            </a:lvl2pPr>
            <a:lvl3pPr lvl="2">
              <a:spcBef>
                <a:spcPts val="0"/>
              </a:spcBef>
              <a:spcAft>
                <a:spcPts val="0"/>
              </a:spcAft>
              <a:buClr>
                <a:srgbClr val="000000"/>
              </a:buClr>
              <a:buSzPts val="1600"/>
              <a:buNone/>
              <a:defRPr sz="1600">
                <a:solidFill>
                  <a:srgbClr val="000000"/>
                </a:solidFill>
              </a:defRPr>
            </a:lvl3pPr>
            <a:lvl4pPr lvl="3">
              <a:spcBef>
                <a:spcPts val="0"/>
              </a:spcBef>
              <a:spcAft>
                <a:spcPts val="0"/>
              </a:spcAft>
              <a:buClr>
                <a:srgbClr val="000000"/>
              </a:buClr>
              <a:buSzPts val="1600"/>
              <a:buNone/>
              <a:defRPr sz="1600">
                <a:solidFill>
                  <a:srgbClr val="000000"/>
                </a:solidFill>
              </a:defRPr>
            </a:lvl4pPr>
            <a:lvl5pPr lvl="4">
              <a:spcBef>
                <a:spcPts val="0"/>
              </a:spcBef>
              <a:spcAft>
                <a:spcPts val="0"/>
              </a:spcAft>
              <a:buClr>
                <a:srgbClr val="000000"/>
              </a:buClr>
              <a:buSzPts val="1600"/>
              <a:buNone/>
              <a:defRPr sz="1600">
                <a:solidFill>
                  <a:srgbClr val="000000"/>
                </a:solidFill>
              </a:defRPr>
            </a:lvl5pPr>
            <a:lvl6pPr lvl="5">
              <a:spcBef>
                <a:spcPts val="0"/>
              </a:spcBef>
              <a:spcAft>
                <a:spcPts val="0"/>
              </a:spcAft>
              <a:buClr>
                <a:srgbClr val="000000"/>
              </a:buClr>
              <a:buSzPts val="1600"/>
              <a:buNone/>
              <a:defRPr sz="1600">
                <a:solidFill>
                  <a:srgbClr val="000000"/>
                </a:solidFill>
              </a:defRPr>
            </a:lvl6pPr>
            <a:lvl7pPr lvl="6">
              <a:spcBef>
                <a:spcPts val="0"/>
              </a:spcBef>
              <a:spcAft>
                <a:spcPts val="0"/>
              </a:spcAft>
              <a:buClr>
                <a:srgbClr val="000000"/>
              </a:buClr>
              <a:buSzPts val="1600"/>
              <a:buNone/>
              <a:defRPr sz="1600">
                <a:solidFill>
                  <a:srgbClr val="000000"/>
                </a:solidFill>
              </a:defRPr>
            </a:lvl7pPr>
            <a:lvl8pPr lvl="7">
              <a:spcBef>
                <a:spcPts val="0"/>
              </a:spcBef>
              <a:spcAft>
                <a:spcPts val="0"/>
              </a:spcAft>
              <a:buClr>
                <a:srgbClr val="000000"/>
              </a:buClr>
              <a:buSzPts val="1600"/>
              <a:buNone/>
              <a:defRPr sz="1600">
                <a:solidFill>
                  <a:srgbClr val="000000"/>
                </a:solidFill>
              </a:defRPr>
            </a:lvl8pPr>
            <a:lvl9pPr lvl="8">
              <a:spcBef>
                <a:spcPts val="0"/>
              </a:spcBef>
              <a:spcAft>
                <a:spcPts val="0"/>
              </a:spcAft>
              <a:buClr>
                <a:srgbClr val="000000"/>
              </a:buClr>
              <a:buSzPts val="1600"/>
              <a:buNone/>
              <a:defRPr sz="1600">
                <a:solidFill>
                  <a:srgbClr val="000000"/>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5">
  <p:cSld name="CUSTOM_4_2_1_1">
    <p:spTree>
      <p:nvGrpSpPr>
        <p:cNvPr id="1" name="Shape 75"/>
        <p:cNvGrpSpPr/>
        <p:nvPr/>
      </p:nvGrpSpPr>
      <p:grpSpPr>
        <a:xfrm>
          <a:off x="0" y="0"/>
          <a:ext cx="0" cy="0"/>
          <a:chOff x="0" y="0"/>
          <a:chExt cx="0" cy="0"/>
        </a:xfrm>
      </p:grpSpPr>
      <p:sp>
        <p:nvSpPr>
          <p:cNvPr id="76" name="Google Shape;76;p20"/>
          <p:cNvSpPr txBox="1">
            <a:spLocks noGrp="1"/>
          </p:cNvSpPr>
          <p:nvPr>
            <p:ph type="ctrTitle"/>
          </p:nvPr>
        </p:nvSpPr>
        <p:spPr>
          <a:xfrm>
            <a:off x="831200" y="376498"/>
            <a:ext cx="3867300" cy="20541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Clr>
                <a:srgbClr val="FFFFFF"/>
              </a:buClr>
              <a:buSzPts val="1600"/>
              <a:buNone/>
              <a:defRPr sz="1600">
                <a:solidFill>
                  <a:srgbClr val="FFFFFF"/>
                </a:solidFill>
              </a:defRPr>
            </a:lvl2pPr>
            <a:lvl3pPr lvl="2">
              <a:spcBef>
                <a:spcPts val="0"/>
              </a:spcBef>
              <a:spcAft>
                <a:spcPts val="0"/>
              </a:spcAft>
              <a:buClr>
                <a:srgbClr val="FFFFFF"/>
              </a:buClr>
              <a:buSzPts val="1600"/>
              <a:buNone/>
              <a:defRPr sz="1600">
                <a:solidFill>
                  <a:srgbClr val="FFFFFF"/>
                </a:solidFill>
              </a:defRPr>
            </a:lvl3pPr>
            <a:lvl4pPr lvl="3">
              <a:spcBef>
                <a:spcPts val="0"/>
              </a:spcBef>
              <a:spcAft>
                <a:spcPts val="0"/>
              </a:spcAft>
              <a:buClr>
                <a:srgbClr val="FFFFFF"/>
              </a:buClr>
              <a:buSzPts val="1600"/>
              <a:buNone/>
              <a:defRPr sz="1600">
                <a:solidFill>
                  <a:srgbClr val="FFFFFF"/>
                </a:solidFill>
              </a:defRPr>
            </a:lvl4pPr>
            <a:lvl5pPr lvl="4">
              <a:spcBef>
                <a:spcPts val="0"/>
              </a:spcBef>
              <a:spcAft>
                <a:spcPts val="0"/>
              </a:spcAft>
              <a:buClr>
                <a:srgbClr val="FFFFFF"/>
              </a:buClr>
              <a:buSzPts val="1600"/>
              <a:buNone/>
              <a:defRPr sz="1600">
                <a:solidFill>
                  <a:srgbClr val="FFFFFF"/>
                </a:solidFill>
              </a:defRPr>
            </a:lvl5pPr>
            <a:lvl6pPr lvl="5">
              <a:spcBef>
                <a:spcPts val="0"/>
              </a:spcBef>
              <a:spcAft>
                <a:spcPts val="0"/>
              </a:spcAft>
              <a:buClr>
                <a:srgbClr val="FFFFFF"/>
              </a:buClr>
              <a:buSzPts val="1600"/>
              <a:buNone/>
              <a:defRPr sz="1600">
                <a:solidFill>
                  <a:srgbClr val="FFFFFF"/>
                </a:solidFill>
              </a:defRPr>
            </a:lvl6pPr>
            <a:lvl7pPr lvl="6">
              <a:spcBef>
                <a:spcPts val="0"/>
              </a:spcBef>
              <a:spcAft>
                <a:spcPts val="0"/>
              </a:spcAft>
              <a:buClr>
                <a:srgbClr val="FFFFFF"/>
              </a:buClr>
              <a:buSzPts val="1600"/>
              <a:buNone/>
              <a:defRPr sz="1600">
                <a:solidFill>
                  <a:srgbClr val="FFFFFF"/>
                </a:solidFill>
              </a:defRPr>
            </a:lvl7pPr>
            <a:lvl8pPr lvl="7">
              <a:spcBef>
                <a:spcPts val="0"/>
              </a:spcBef>
              <a:spcAft>
                <a:spcPts val="0"/>
              </a:spcAft>
              <a:buClr>
                <a:srgbClr val="FFFFFF"/>
              </a:buClr>
              <a:buSzPts val="1600"/>
              <a:buNone/>
              <a:defRPr sz="1600">
                <a:solidFill>
                  <a:srgbClr val="FFFFFF"/>
                </a:solidFill>
              </a:defRPr>
            </a:lvl8pPr>
            <a:lvl9pPr lvl="8">
              <a:spcBef>
                <a:spcPts val="0"/>
              </a:spcBef>
              <a:spcAft>
                <a:spcPts val="0"/>
              </a:spcAft>
              <a:buClr>
                <a:srgbClr val="FFFFFF"/>
              </a:buClr>
              <a:buSzPts val="1600"/>
              <a:buNone/>
              <a:defRPr sz="1600">
                <a:solidFill>
                  <a:srgbClr val="FFFFFF"/>
                </a:solidFill>
              </a:defRPr>
            </a:lvl9pPr>
          </a:lstStyle>
          <a:p>
            <a:endParaRPr/>
          </a:p>
        </p:txBody>
      </p:sp>
      <p:sp>
        <p:nvSpPr>
          <p:cNvPr id="77" name="Google Shape;77;p20"/>
          <p:cNvSpPr txBox="1">
            <a:spLocks noGrp="1"/>
          </p:cNvSpPr>
          <p:nvPr>
            <p:ph type="subTitle" idx="1"/>
          </p:nvPr>
        </p:nvSpPr>
        <p:spPr>
          <a:xfrm>
            <a:off x="831200" y="2314225"/>
            <a:ext cx="3081600" cy="178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Clr>
                <a:srgbClr val="FFFFFF"/>
              </a:buClr>
              <a:buSzPts val="1200"/>
              <a:buNone/>
              <a:defRPr>
                <a:solidFill>
                  <a:srgbClr val="FFFFFF"/>
                </a:solidFill>
              </a:defRPr>
            </a:lvl2pPr>
            <a:lvl3pPr lvl="2">
              <a:lnSpc>
                <a:spcPct val="100000"/>
              </a:lnSpc>
              <a:spcBef>
                <a:spcPts val="0"/>
              </a:spcBef>
              <a:spcAft>
                <a:spcPts val="0"/>
              </a:spcAft>
              <a:buClr>
                <a:srgbClr val="FFFFFF"/>
              </a:buClr>
              <a:buSzPts val="1200"/>
              <a:buNone/>
              <a:defRPr>
                <a:solidFill>
                  <a:srgbClr val="FFFFFF"/>
                </a:solidFill>
              </a:defRPr>
            </a:lvl3pPr>
            <a:lvl4pPr lvl="3">
              <a:lnSpc>
                <a:spcPct val="100000"/>
              </a:lnSpc>
              <a:spcBef>
                <a:spcPts val="0"/>
              </a:spcBef>
              <a:spcAft>
                <a:spcPts val="0"/>
              </a:spcAft>
              <a:buClr>
                <a:srgbClr val="FFFFFF"/>
              </a:buClr>
              <a:buSzPts val="1200"/>
              <a:buNone/>
              <a:defRPr>
                <a:solidFill>
                  <a:srgbClr val="FFFFFF"/>
                </a:solidFill>
              </a:defRPr>
            </a:lvl4pPr>
            <a:lvl5pPr lvl="4">
              <a:lnSpc>
                <a:spcPct val="100000"/>
              </a:lnSpc>
              <a:spcBef>
                <a:spcPts val="0"/>
              </a:spcBef>
              <a:spcAft>
                <a:spcPts val="0"/>
              </a:spcAft>
              <a:buClr>
                <a:srgbClr val="FFFFFF"/>
              </a:buClr>
              <a:buSzPts val="1200"/>
              <a:buNone/>
              <a:defRPr>
                <a:solidFill>
                  <a:srgbClr val="FFFFFF"/>
                </a:solidFill>
              </a:defRPr>
            </a:lvl5pPr>
            <a:lvl6pPr lvl="5">
              <a:lnSpc>
                <a:spcPct val="100000"/>
              </a:lnSpc>
              <a:spcBef>
                <a:spcPts val="0"/>
              </a:spcBef>
              <a:spcAft>
                <a:spcPts val="0"/>
              </a:spcAft>
              <a:buClr>
                <a:srgbClr val="FFFFFF"/>
              </a:buClr>
              <a:buSzPts val="1200"/>
              <a:buNone/>
              <a:defRPr>
                <a:solidFill>
                  <a:srgbClr val="FFFFFF"/>
                </a:solidFill>
              </a:defRPr>
            </a:lvl6pPr>
            <a:lvl7pPr lvl="6">
              <a:lnSpc>
                <a:spcPct val="100000"/>
              </a:lnSpc>
              <a:spcBef>
                <a:spcPts val="0"/>
              </a:spcBef>
              <a:spcAft>
                <a:spcPts val="0"/>
              </a:spcAft>
              <a:buClr>
                <a:srgbClr val="FFFFFF"/>
              </a:buClr>
              <a:buSzPts val="1200"/>
              <a:buNone/>
              <a:defRPr>
                <a:solidFill>
                  <a:srgbClr val="FFFFFF"/>
                </a:solidFill>
              </a:defRPr>
            </a:lvl7pPr>
            <a:lvl8pPr lvl="7">
              <a:lnSpc>
                <a:spcPct val="100000"/>
              </a:lnSpc>
              <a:spcBef>
                <a:spcPts val="0"/>
              </a:spcBef>
              <a:spcAft>
                <a:spcPts val="0"/>
              </a:spcAft>
              <a:buClr>
                <a:srgbClr val="FFFFFF"/>
              </a:buClr>
              <a:buSzPts val="1200"/>
              <a:buNone/>
              <a:defRPr>
                <a:solidFill>
                  <a:srgbClr val="FFFFFF"/>
                </a:solidFill>
              </a:defRPr>
            </a:lvl8pPr>
            <a:lvl9pPr lvl="8">
              <a:lnSpc>
                <a:spcPct val="100000"/>
              </a:lnSpc>
              <a:spcBef>
                <a:spcPts val="0"/>
              </a:spcBef>
              <a:spcAft>
                <a:spcPts val="0"/>
              </a:spcAft>
              <a:buClr>
                <a:srgbClr val="FFFFFF"/>
              </a:buClr>
              <a:buSzPts val="1200"/>
              <a:buNone/>
              <a:defRPr>
                <a:solidFill>
                  <a:srgbClr val="FFFFFF"/>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94"/>
        <p:cNvGrpSpPr/>
        <p:nvPr/>
      </p:nvGrpSpPr>
      <p:grpSpPr>
        <a:xfrm>
          <a:off x="0" y="0"/>
          <a:ext cx="0" cy="0"/>
          <a:chOff x="0" y="0"/>
          <a:chExt cx="0" cy="0"/>
        </a:xfrm>
      </p:grpSpPr>
      <p:sp>
        <p:nvSpPr>
          <p:cNvPr id="95" name="Google Shape;95;p25"/>
          <p:cNvSpPr txBox="1">
            <a:spLocks noGrp="1"/>
          </p:cNvSpPr>
          <p:nvPr>
            <p:ph type="ctrTitle"/>
          </p:nvPr>
        </p:nvSpPr>
        <p:spPr>
          <a:xfrm>
            <a:off x="4921575" y="2993035"/>
            <a:ext cx="1828200" cy="644700"/>
          </a:xfrm>
          <a:prstGeom prst="rect">
            <a:avLst/>
          </a:prstGeom>
          <a:ln>
            <a:noFill/>
          </a:ln>
        </p:spPr>
        <p:txBody>
          <a:bodyPr spcFirstLastPara="1" wrap="square" lIns="91425" tIns="91425" rIns="91425" bIns="91425" anchor="b" anchorCtr="0">
            <a:noAutofit/>
          </a:bodyPr>
          <a:lstStyle>
            <a:lvl1pPr lvl="0">
              <a:spcBef>
                <a:spcPts val="0"/>
              </a:spcBef>
              <a:spcAft>
                <a:spcPts val="0"/>
              </a:spcAft>
              <a:buClr>
                <a:srgbClr val="F3F3F3"/>
              </a:buClr>
              <a:buSzPts val="1800"/>
              <a:buNone/>
              <a:defRPr sz="1800">
                <a:solidFill>
                  <a:srgbClr val="F3F3F3"/>
                </a:solidFill>
              </a:defRPr>
            </a:lvl1pPr>
            <a:lvl2pPr lvl="1">
              <a:spcBef>
                <a:spcPts val="0"/>
              </a:spcBef>
              <a:spcAft>
                <a:spcPts val="0"/>
              </a:spcAft>
              <a:buClr>
                <a:srgbClr val="F3F3F3"/>
              </a:buClr>
              <a:buSzPts val="1800"/>
              <a:buNone/>
              <a:defRPr sz="1800">
                <a:solidFill>
                  <a:srgbClr val="F3F3F3"/>
                </a:solidFill>
              </a:defRPr>
            </a:lvl2pPr>
            <a:lvl3pPr lvl="2">
              <a:spcBef>
                <a:spcPts val="0"/>
              </a:spcBef>
              <a:spcAft>
                <a:spcPts val="0"/>
              </a:spcAft>
              <a:buClr>
                <a:srgbClr val="F3F3F3"/>
              </a:buClr>
              <a:buSzPts val="1800"/>
              <a:buNone/>
              <a:defRPr sz="1800">
                <a:solidFill>
                  <a:srgbClr val="F3F3F3"/>
                </a:solidFill>
              </a:defRPr>
            </a:lvl3pPr>
            <a:lvl4pPr lvl="3">
              <a:spcBef>
                <a:spcPts val="0"/>
              </a:spcBef>
              <a:spcAft>
                <a:spcPts val="0"/>
              </a:spcAft>
              <a:buClr>
                <a:srgbClr val="F3F3F3"/>
              </a:buClr>
              <a:buSzPts val="1800"/>
              <a:buNone/>
              <a:defRPr sz="1800">
                <a:solidFill>
                  <a:srgbClr val="F3F3F3"/>
                </a:solidFill>
              </a:defRPr>
            </a:lvl4pPr>
            <a:lvl5pPr lvl="4">
              <a:spcBef>
                <a:spcPts val="0"/>
              </a:spcBef>
              <a:spcAft>
                <a:spcPts val="0"/>
              </a:spcAft>
              <a:buClr>
                <a:srgbClr val="F3F3F3"/>
              </a:buClr>
              <a:buSzPts val="1800"/>
              <a:buNone/>
              <a:defRPr sz="1800">
                <a:solidFill>
                  <a:srgbClr val="F3F3F3"/>
                </a:solidFill>
              </a:defRPr>
            </a:lvl5pPr>
            <a:lvl6pPr lvl="5">
              <a:spcBef>
                <a:spcPts val="0"/>
              </a:spcBef>
              <a:spcAft>
                <a:spcPts val="0"/>
              </a:spcAft>
              <a:buClr>
                <a:srgbClr val="F3F3F3"/>
              </a:buClr>
              <a:buSzPts val="1800"/>
              <a:buNone/>
              <a:defRPr sz="1800">
                <a:solidFill>
                  <a:srgbClr val="F3F3F3"/>
                </a:solidFill>
              </a:defRPr>
            </a:lvl6pPr>
            <a:lvl7pPr lvl="6">
              <a:spcBef>
                <a:spcPts val="0"/>
              </a:spcBef>
              <a:spcAft>
                <a:spcPts val="0"/>
              </a:spcAft>
              <a:buClr>
                <a:srgbClr val="F3F3F3"/>
              </a:buClr>
              <a:buSzPts val="1800"/>
              <a:buNone/>
              <a:defRPr sz="1800">
                <a:solidFill>
                  <a:srgbClr val="F3F3F3"/>
                </a:solidFill>
              </a:defRPr>
            </a:lvl7pPr>
            <a:lvl8pPr lvl="7">
              <a:spcBef>
                <a:spcPts val="0"/>
              </a:spcBef>
              <a:spcAft>
                <a:spcPts val="0"/>
              </a:spcAft>
              <a:buClr>
                <a:srgbClr val="F3F3F3"/>
              </a:buClr>
              <a:buSzPts val="1800"/>
              <a:buNone/>
              <a:defRPr sz="1800">
                <a:solidFill>
                  <a:srgbClr val="F3F3F3"/>
                </a:solidFill>
              </a:defRPr>
            </a:lvl8pPr>
            <a:lvl9pPr lvl="8">
              <a:spcBef>
                <a:spcPts val="0"/>
              </a:spcBef>
              <a:spcAft>
                <a:spcPts val="0"/>
              </a:spcAft>
              <a:buClr>
                <a:srgbClr val="F3F3F3"/>
              </a:buClr>
              <a:buSzPts val="1800"/>
              <a:buNone/>
              <a:defRPr sz="1800">
                <a:solidFill>
                  <a:srgbClr val="F3F3F3"/>
                </a:solidFill>
              </a:defRPr>
            </a:lvl9pPr>
          </a:lstStyle>
          <a:p>
            <a:endParaRPr/>
          </a:p>
        </p:txBody>
      </p:sp>
      <p:sp>
        <p:nvSpPr>
          <p:cNvPr id="96" name="Google Shape;96;p25"/>
          <p:cNvSpPr txBox="1">
            <a:spLocks noGrp="1"/>
          </p:cNvSpPr>
          <p:nvPr>
            <p:ph type="subTitle" idx="1"/>
          </p:nvPr>
        </p:nvSpPr>
        <p:spPr>
          <a:xfrm>
            <a:off x="4921575" y="3553810"/>
            <a:ext cx="1522200" cy="946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solidFill>
                  <a:srgbClr val="000000"/>
                </a:solidFill>
              </a:defRPr>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
        <p:nvSpPr>
          <p:cNvPr id="97" name="Google Shape;97;p25"/>
          <p:cNvSpPr txBox="1">
            <a:spLocks noGrp="1"/>
          </p:cNvSpPr>
          <p:nvPr>
            <p:ph type="ctrTitle" idx="2"/>
          </p:nvPr>
        </p:nvSpPr>
        <p:spPr>
          <a:xfrm>
            <a:off x="906139" y="2993035"/>
            <a:ext cx="1828200" cy="644700"/>
          </a:xfrm>
          <a:prstGeom prst="rect">
            <a:avLst/>
          </a:prstGeom>
          <a:ln>
            <a:noFill/>
          </a:ln>
        </p:spPr>
        <p:txBody>
          <a:bodyPr spcFirstLastPara="1" wrap="square" lIns="91425" tIns="91425" rIns="91425" bIns="91425" anchor="b" anchorCtr="0">
            <a:noAutofit/>
          </a:bodyPr>
          <a:lstStyle>
            <a:lvl1pPr lvl="0">
              <a:spcBef>
                <a:spcPts val="0"/>
              </a:spcBef>
              <a:spcAft>
                <a:spcPts val="0"/>
              </a:spcAft>
              <a:buClr>
                <a:srgbClr val="F3F3F3"/>
              </a:buClr>
              <a:buSzPts val="1800"/>
              <a:buNone/>
              <a:defRPr sz="1800">
                <a:solidFill>
                  <a:srgbClr val="F3F3F3"/>
                </a:solidFill>
              </a:defRPr>
            </a:lvl1pPr>
            <a:lvl2pPr lvl="1">
              <a:spcBef>
                <a:spcPts val="0"/>
              </a:spcBef>
              <a:spcAft>
                <a:spcPts val="0"/>
              </a:spcAft>
              <a:buClr>
                <a:srgbClr val="F3F3F3"/>
              </a:buClr>
              <a:buSzPts val="1800"/>
              <a:buNone/>
              <a:defRPr sz="1800">
                <a:solidFill>
                  <a:srgbClr val="F3F3F3"/>
                </a:solidFill>
              </a:defRPr>
            </a:lvl2pPr>
            <a:lvl3pPr lvl="2">
              <a:spcBef>
                <a:spcPts val="0"/>
              </a:spcBef>
              <a:spcAft>
                <a:spcPts val="0"/>
              </a:spcAft>
              <a:buClr>
                <a:srgbClr val="F3F3F3"/>
              </a:buClr>
              <a:buSzPts val="1800"/>
              <a:buNone/>
              <a:defRPr sz="1800">
                <a:solidFill>
                  <a:srgbClr val="F3F3F3"/>
                </a:solidFill>
              </a:defRPr>
            </a:lvl3pPr>
            <a:lvl4pPr lvl="3">
              <a:spcBef>
                <a:spcPts val="0"/>
              </a:spcBef>
              <a:spcAft>
                <a:spcPts val="0"/>
              </a:spcAft>
              <a:buClr>
                <a:srgbClr val="F3F3F3"/>
              </a:buClr>
              <a:buSzPts val="1800"/>
              <a:buNone/>
              <a:defRPr sz="1800">
                <a:solidFill>
                  <a:srgbClr val="F3F3F3"/>
                </a:solidFill>
              </a:defRPr>
            </a:lvl4pPr>
            <a:lvl5pPr lvl="4">
              <a:spcBef>
                <a:spcPts val="0"/>
              </a:spcBef>
              <a:spcAft>
                <a:spcPts val="0"/>
              </a:spcAft>
              <a:buClr>
                <a:srgbClr val="F3F3F3"/>
              </a:buClr>
              <a:buSzPts val="1800"/>
              <a:buNone/>
              <a:defRPr sz="1800">
                <a:solidFill>
                  <a:srgbClr val="F3F3F3"/>
                </a:solidFill>
              </a:defRPr>
            </a:lvl5pPr>
            <a:lvl6pPr lvl="5">
              <a:spcBef>
                <a:spcPts val="0"/>
              </a:spcBef>
              <a:spcAft>
                <a:spcPts val="0"/>
              </a:spcAft>
              <a:buClr>
                <a:srgbClr val="F3F3F3"/>
              </a:buClr>
              <a:buSzPts val="1800"/>
              <a:buNone/>
              <a:defRPr sz="1800">
                <a:solidFill>
                  <a:srgbClr val="F3F3F3"/>
                </a:solidFill>
              </a:defRPr>
            </a:lvl6pPr>
            <a:lvl7pPr lvl="6">
              <a:spcBef>
                <a:spcPts val="0"/>
              </a:spcBef>
              <a:spcAft>
                <a:spcPts val="0"/>
              </a:spcAft>
              <a:buClr>
                <a:srgbClr val="F3F3F3"/>
              </a:buClr>
              <a:buSzPts val="1800"/>
              <a:buNone/>
              <a:defRPr sz="1800">
                <a:solidFill>
                  <a:srgbClr val="F3F3F3"/>
                </a:solidFill>
              </a:defRPr>
            </a:lvl7pPr>
            <a:lvl8pPr lvl="7">
              <a:spcBef>
                <a:spcPts val="0"/>
              </a:spcBef>
              <a:spcAft>
                <a:spcPts val="0"/>
              </a:spcAft>
              <a:buClr>
                <a:srgbClr val="F3F3F3"/>
              </a:buClr>
              <a:buSzPts val="1800"/>
              <a:buNone/>
              <a:defRPr sz="1800">
                <a:solidFill>
                  <a:srgbClr val="F3F3F3"/>
                </a:solidFill>
              </a:defRPr>
            </a:lvl8pPr>
            <a:lvl9pPr lvl="8">
              <a:spcBef>
                <a:spcPts val="0"/>
              </a:spcBef>
              <a:spcAft>
                <a:spcPts val="0"/>
              </a:spcAft>
              <a:buClr>
                <a:srgbClr val="F3F3F3"/>
              </a:buClr>
              <a:buSzPts val="1800"/>
              <a:buNone/>
              <a:defRPr sz="1800">
                <a:solidFill>
                  <a:srgbClr val="F3F3F3"/>
                </a:solidFill>
              </a:defRPr>
            </a:lvl9pPr>
          </a:lstStyle>
          <a:p>
            <a:endParaRPr/>
          </a:p>
        </p:txBody>
      </p:sp>
      <p:sp>
        <p:nvSpPr>
          <p:cNvPr id="98" name="Google Shape;98;p25"/>
          <p:cNvSpPr txBox="1">
            <a:spLocks noGrp="1"/>
          </p:cNvSpPr>
          <p:nvPr>
            <p:ph type="subTitle" idx="3"/>
          </p:nvPr>
        </p:nvSpPr>
        <p:spPr>
          <a:xfrm>
            <a:off x="906139" y="3553810"/>
            <a:ext cx="1522200" cy="946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solidFill>
                  <a:srgbClr val="000000"/>
                </a:solidFill>
              </a:defRPr>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
        <p:nvSpPr>
          <p:cNvPr id="99" name="Google Shape;99;p25"/>
          <p:cNvSpPr txBox="1">
            <a:spLocks noGrp="1"/>
          </p:cNvSpPr>
          <p:nvPr>
            <p:ph type="ctrTitle" idx="4"/>
          </p:nvPr>
        </p:nvSpPr>
        <p:spPr>
          <a:xfrm rot="5400000">
            <a:off x="6685437" y="1646270"/>
            <a:ext cx="2913300" cy="4875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25"/>
          <p:cNvSpPr txBox="1">
            <a:spLocks noGrp="1"/>
          </p:cNvSpPr>
          <p:nvPr>
            <p:ph type="ctrTitle" idx="5"/>
          </p:nvPr>
        </p:nvSpPr>
        <p:spPr>
          <a:xfrm>
            <a:off x="2928557" y="2993035"/>
            <a:ext cx="1798800" cy="644700"/>
          </a:xfrm>
          <a:prstGeom prst="rect">
            <a:avLst/>
          </a:prstGeom>
          <a:ln>
            <a:noFill/>
          </a:ln>
        </p:spPr>
        <p:txBody>
          <a:bodyPr spcFirstLastPara="1" wrap="square" lIns="91425" tIns="91425" rIns="91425" bIns="91425" anchor="b" anchorCtr="0">
            <a:noAutofit/>
          </a:bodyPr>
          <a:lstStyle>
            <a:lvl1pPr lvl="0">
              <a:spcBef>
                <a:spcPts val="0"/>
              </a:spcBef>
              <a:spcAft>
                <a:spcPts val="0"/>
              </a:spcAft>
              <a:buClr>
                <a:srgbClr val="F3F3F3"/>
              </a:buClr>
              <a:buSzPts val="1800"/>
              <a:buNone/>
              <a:defRPr sz="1800">
                <a:solidFill>
                  <a:srgbClr val="F3F3F3"/>
                </a:solidFill>
              </a:defRPr>
            </a:lvl1pPr>
            <a:lvl2pPr lvl="1">
              <a:spcBef>
                <a:spcPts val="0"/>
              </a:spcBef>
              <a:spcAft>
                <a:spcPts val="0"/>
              </a:spcAft>
              <a:buClr>
                <a:srgbClr val="F3F3F3"/>
              </a:buClr>
              <a:buSzPts val="1800"/>
              <a:buNone/>
              <a:defRPr sz="1800">
                <a:solidFill>
                  <a:srgbClr val="F3F3F3"/>
                </a:solidFill>
              </a:defRPr>
            </a:lvl2pPr>
            <a:lvl3pPr lvl="2">
              <a:spcBef>
                <a:spcPts val="0"/>
              </a:spcBef>
              <a:spcAft>
                <a:spcPts val="0"/>
              </a:spcAft>
              <a:buClr>
                <a:srgbClr val="F3F3F3"/>
              </a:buClr>
              <a:buSzPts val="1800"/>
              <a:buNone/>
              <a:defRPr sz="1800">
                <a:solidFill>
                  <a:srgbClr val="F3F3F3"/>
                </a:solidFill>
              </a:defRPr>
            </a:lvl3pPr>
            <a:lvl4pPr lvl="3">
              <a:spcBef>
                <a:spcPts val="0"/>
              </a:spcBef>
              <a:spcAft>
                <a:spcPts val="0"/>
              </a:spcAft>
              <a:buClr>
                <a:srgbClr val="F3F3F3"/>
              </a:buClr>
              <a:buSzPts val="1800"/>
              <a:buNone/>
              <a:defRPr sz="1800">
                <a:solidFill>
                  <a:srgbClr val="F3F3F3"/>
                </a:solidFill>
              </a:defRPr>
            </a:lvl4pPr>
            <a:lvl5pPr lvl="4">
              <a:spcBef>
                <a:spcPts val="0"/>
              </a:spcBef>
              <a:spcAft>
                <a:spcPts val="0"/>
              </a:spcAft>
              <a:buClr>
                <a:srgbClr val="F3F3F3"/>
              </a:buClr>
              <a:buSzPts val="1800"/>
              <a:buNone/>
              <a:defRPr sz="1800">
                <a:solidFill>
                  <a:srgbClr val="F3F3F3"/>
                </a:solidFill>
              </a:defRPr>
            </a:lvl5pPr>
            <a:lvl6pPr lvl="5">
              <a:spcBef>
                <a:spcPts val="0"/>
              </a:spcBef>
              <a:spcAft>
                <a:spcPts val="0"/>
              </a:spcAft>
              <a:buClr>
                <a:srgbClr val="F3F3F3"/>
              </a:buClr>
              <a:buSzPts val="1800"/>
              <a:buNone/>
              <a:defRPr sz="1800">
                <a:solidFill>
                  <a:srgbClr val="F3F3F3"/>
                </a:solidFill>
              </a:defRPr>
            </a:lvl6pPr>
            <a:lvl7pPr lvl="6">
              <a:spcBef>
                <a:spcPts val="0"/>
              </a:spcBef>
              <a:spcAft>
                <a:spcPts val="0"/>
              </a:spcAft>
              <a:buClr>
                <a:srgbClr val="F3F3F3"/>
              </a:buClr>
              <a:buSzPts val="1800"/>
              <a:buNone/>
              <a:defRPr sz="1800">
                <a:solidFill>
                  <a:srgbClr val="F3F3F3"/>
                </a:solidFill>
              </a:defRPr>
            </a:lvl7pPr>
            <a:lvl8pPr lvl="7">
              <a:spcBef>
                <a:spcPts val="0"/>
              </a:spcBef>
              <a:spcAft>
                <a:spcPts val="0"/>
              </a:spcAft>
              <a:buClr>
                <a:srgbClr val="F3F3F3"/>
              </a:buClr>
              <a:buSzPts val="1800"/>
              <a:buNone/>
              <a:defRPr sz="1800">
                <a:solidFill>
                  <a:srgbClr val="F3F3F3"/>
                </a:solidFill>
              </a:defRPr>
            </a:lvl8pPr>
            <a:lvl9pPr lvl="8">
              <a:spcBef>
                <a:spcPts val="0"/>
              </a:spcBef>
              <a:spcAft>
                <a:spcPts val="0"/>
              </a:spcAft>
              <a:buClr>
                <a:srgbClr val="F3F3F3"/>
              </a:buClr>
              <a:buSzPts val="1800"/>
              <a:buNone/>
              <a:defRPr sz="1800">
                <a:solidFill>
                  <a:srgbClr val="F3F3F3"/>
                </a:solidFill>
              </a:defRPr>
            </a:lvl9pPr>
          </a:lstStyle>
          <a:p>
            <a:endParaRPr/>
          </a:p>
        </p:txBody>
      </p:sp>
      <p:sp>
        <p:nvSpPr>
          <p:cNvPr id="101" name="Google Shape;101;p25"/>
          <p:cNvSpPr txBox="1">
            <a:spLocks noGrp="1"/>
          </p:cNvSpPr>
          <p:nvPr>
            <p:ph type="subTitle" idx="6"/>
          </p:nvPr>
        </p:nvSpPr>
        <p:spPr>
          <a:xfrm>
            <a:off x="2928550" y="3553810"/>
            <a:ext cx="1476300" cy="946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sz="1000">
                <a:solidFill>
                  <a:srgbClr val="000000"/>
                </a:solidFill>
              </a:defRPr>
            </a:lvl1pPr>
            <a:lvl2pPr lvl="1">
              <a:lnSpc>
                <a:spcPct val="100000"/>
              </a:lnSpc>
              <a:spcBef>
                <a:spcPts val="0"/>
              </a:spcBef>
              <a:spcAft>
                <a:spcPts val="0"/>
              </a:spcAft>
              <a:buSzPts val="1000"/>
              <a:buNone/>
              <a:defRPr sz="1000"/>
            </a:lvl2pPr>
            <a:lvl3pPr lvl="2">
              <a:lnSpc>
                <a:spcPct val="100000"/>
              </a:lnSpc>
              <a:spcBef>
                <a:spcPts val="0"/>
              </a:spcBef>
              <a:spcAft>
                <a:spcPts val="0"/>
              </a:spcAft>
              <a:buSzPts val="1000"/>
              <a:buNone/>
              <a:defRPr sz="1000"/>
            </a:lvl3pPr>
            <a:lvl4pPr lvl="3">
              <a:lnSpc>
                <a:spcPct val="100000"/>
              </a:lnSpc>
              <a:spcBef>
                <a:spcPts val="0"/>
              </a:spcBef>
              <a:spcAft>
                <a:spcPts val="0"/>
              </a:spcAft>
              <a:buSzPts val="1000"/>
              <a:buNone/>
              <a:defRPr sz="1000"/>
            </a:lvl4pPr>
            <a:lvl5pPr lvl="4">
              <a:lnSpc>
                <a:spcPct val="100000"/>
              </a:lnSpc>
              <a:spcBef>
                <a:spcPts val="0"/>
              </a:spcBef>
              <a:spcAft>
                <a:spcPts val="0"/>
              </a:spcAft>
              <a:buSzPts val="1000"/>
              <a:buNone/>
              <a:defRPr sz="1000"/>
            </a:lvl5pPr>
            <a:lvl6pPr lvl="5">
              <a:lnSpc>
                <a:spcPct val="100000"/>
              </a:lnSpc>
              <a:spcBef>
                <a:spcPts val="0"/>
              </a:spcBef>
              <a:spcAft>
                <a:spcPts val="0"/>
              </a:spcAft>
              <a:buSzPts val="1000"/>
              <a:buNone/>
              <a:defRPr sz="1000"/>
            </a:lvl6pPr>
            <a:lvl7pPr lvl="6">
              <a:lnSpc>
                <a:spcPct val="100000"/>
              </a:lnSpc>
              <a:spcBef>
                <a:spcPts val="0"/>
              </a:spcBef>
              <a:spcAft>
                <a:spcPts val="0"/>
              </a:spcAft>
              <a:buSzPts val="1000"/>
              <a:buNone/>
              <a:defRPr sz="1000"/>
            </a:lvl7pPr>
            <a:lvl8pPr lvl="7">
              <a:lnSpc>
                <a:spcPct val="100000"/>
              </a:lnSpc>
              <a:spcBef>
                <a:spcPts val="0"/>
              </a:spcBef>
              <a:spcAft>
                <a:spcPts val="0"/>
              </a:spcAft>
              <a:buSzPts val="1000"/>
              <a:buNone/>
              <a:defRPr sz="1000"/>
            </a:lvl8pPr>
            <a:lvl9pPr lvl="8">
              <a:lnSpc>
                <a:spcPct val="100000"/>
              </a:lnSpc>
              <a:spcBef>
                <a:spcPts val="0"/>
              </a:spcBef>
              <a:spcAft>
                <a:spcPts val="0"/>
              </a:spcAft>
              <a:buSzPts val="1000"/>
              <a:buNone/>
              <a:defRPr sz="1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134"/>
        <p:cNvGrpSpPr/>
        <p:nvPr/>
      </p:nvGrpSpPr>
      <p:grpSpPr>
        <a:xfrm>
          <a:off x="0" y="0"/>
          <a:ext cx="0" cy="0"/>
          <a:chOff x="0" y="0"/>
          <a:chExt cx="0" cy="0"/>
        </a:xfrm>
      </p:grpSpPr>
      <p:sp>
        <p:nvSpPr>
          <p:cNvPr id="135" name="Google Shape;135;p29"/>
          <p:cNvSpPr txBox="1">
            <a:spLocks noGrp="1"/>
          </p:cNvSpPr>
          <p:nvPr>
            <p:ph type="ctrTitle"/>
          </p:nvPr>
        </p:nvSpPr>
        <p:spPr>
          <a:xfrm>
            <a:off x="831200" y="376498"/>
            <a:ext cx="3867300" cy="2054100"/>
          </a:xfrm>
          <a:prstGeom prst="rect">
            <a:avLst/>
          </a:prstGeom>
        </p:spPr>
        <p:txBody>
          <a:bodyPr spcFirstLastPara="1" wrap="square" lIns="91425" tIns="91425" rIns="91425" bIns="91425" anchor="b" anchorCtr="0">
            <a:noAutofit/>
          </a:bodyPr>
          <a:lstStyle>
            <a:lvl1pPr lvl="0">
              <a:spcBef>
                <a:spcPts val="0"/>
              </a:spcBef>
              <a:spcAft>
                <a:spcPts val="0"/>
              </a:spcAft>
              <a:buSzPts val="2800"/>
              <a:buNone/>
              <a:defRPr/>
            </a:lvl1pPr>
            <a:lvl2pPr lvl="1">
              <a:spcBef>
                <a:spcPts val="0"/>
              </a:spcBef>
              <a:spcAft>
                <a:spcPts val="0"/>
              </a:spcAft>
              <a:buClr>
                <a:srgbClr val="FFFFFF"/>
              </a:buClr>
              <a:buSzPts val="1600"/>
              <a:buNone/>
              <a:defRPr sz="1600">
                <a:solidFill>
                  <a:srgbClr val="FFFFFF"/>
                </a:solidFill>
              </a:defRPr>
            </a:lvl2pPr>
            <a:lvl3pPr lvl="2">
              <a:spcBef>
                <a:spcPts val="0"/>
              </a:spcBef>
              <a:spcAft>
                <a:spcPts val="0"/>
              </a:spcAft>
              <a:buClr>
                <a:srgbClr val="FFFFFF"/>
              </a:buClr>
              <a:buSzPts val="1600"/>
              <a:buNone/>
              <a:defRPr sz="1600">
                <a:solidFill>
                  <a:srgbClr val="FFFFFF"/>
                </a:solidFill>
              </a:defRPr>
            </a:lvl3pPr>
            <a:lvl4pPr lvl="3">
              <a:spcBef>
                <a:spcPts val="0"/>
              </a:spcBef>
              <a:spcAft>
                <a:spcPts val="0"/>
              </a:spcAft>
              <a:buClr>
                <a:srgbClr val="FFFFFF"/>
              </a:buClr>
              <a:buSzPts val="1600"/>
              <a:buNone/>
              <a:defRPr sz="1600">
                <a:solidFill>
                  <a:srgbClr val="FFFFFF"/>
                </a:solidFill>
              </a:defRPr>
            </a:lvl4pPr>
            <a:lvl5pPr lvl="4">
              <a:spcBef>
                <a:spcPts val="0"/>
              </a:spcBef>
              <a:spcAft>
                <a:spcPts val="0"/>
              </a:spcAft>
              <a:buClr>
                <a:srgbClr val="FFFFFF"/>
              </a:buClr>
              <a:buSzPts val="1600"/>
              <a:buNone/>
              <a:defRPr sz="1600">
                <a:solidFill>
                  <a:srgbClr val="FFFFFF"/>
                </a:solidFill>
              </a:defRPr>
            </a:lvl5pPr>
            <a:lvl6pPr lvl="5">
              <a:spcBef>
                <a:spcPts val="0"/>
              </a:spcBef>
              <a:spcAft>
                <a:spcPts val="0"/>
              </a:spcAft>
              <a:buClr>
                <a:srgbClr val="FFFFFF"/>
              </a:buClr>
              <a:buSzPts val="1600"/>
              <a:buNone/>
              <a:defRPr sz="1600">
                <a:solidFill>
                  <a:srgbClr val="FFFFFF"/>
                </a:solidFill>
              </a:defRPr>
            </a:lvl6pPr>
            <a:lvl7pPr lvl="6">
              <a:spcBef>
                <a:spcPts val="0"/>
              </a:spcBef>
              <a:spcAft>
                <a:spcPts val="0"/>
              </a:spcAft>
              <a:buClr>
                <a:srgbClr val="FFFFFF"/>
              </a:buClr>
              <a:buSzPts val="1600"/>
              <a:buNone/>
              <a:defRPr sz="1600">
                <a:solidFill>
                  <a:srgbClr val="FFFFFF"/>
                </a:solidFill>
              </a:defRPr>
            </a:lvl7pPr>
            <a:lvl8pPr lvl="7">
              <a:spcBef>
                <a:spcPts val="0"/>
              </a:spcBef>
              <a:spcAft>
                <a:spcPts val="0"/>
              </a:spcAft>
              <a:buClr>
                <a:srgbClr val="FFFFFF"/>
              </a:buClr>
              <a:buSzPts val="1600"/>
              <a:buNone/>
              <a:defRPr sz="1600">
                <a:solidFill>
                  <a:srgbClr val="FFFFFF"/>
                </a:solidFill>
              </a:defRPr>
            </a:lvl8pPr>
            <a:lvl9pPr lvl="8">
              <a:spcBef>
                <a:spcPts val="0"/>
              </a:spcBef>
              <a:spcAft>
                <a:spcPts val="0"/>
              </a:spcAft>
              <a:buClr>
                <a:srgbClr val="FFFFFF"/>
              </a:buClr>
              <a:buSzPts val="1600"/>
              <a:buNone/>
              <a:defRPr sz="1600">
                <a:solidFill>
                  <a:srgbClr val="FFFFFF"/>
                </a:solidFill>
              </a:defRPr>
            </a:lvl9pPr>
          </a:lstStyle>
          <a:p>
            <a:endParaRPr/>
          </a:p>
        </p:txBody>
      </p:sp>
      <p:sp>
        <p:nvSpPr>
          <p:cNvPr id="136" name="Google Shape;136;p29"/>
          <p:cNvSpPr txBox="1">
            <a:spLocks noGrp="1"/>
          </p:cNvSpPr>
          <p:nvPr>
            <p:ph type="subTitle" idx="1"/>
          </p:nvPr>
        </p:nvSpPr>
        <p:spPr>
          <a:xfrm>
            <a:off x="831200" y="2314225"/>
            <a:ext cx="3081600" cy="178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200"/>
              <a:buNone/>
              <a:defRPr/>
            </a:lvl1pPr>
            <a:lvl2pPr lvl="1">
              <a:lnSpc>
                <a:spcPct val="100000"/>
              </a:lnSpc>
              <a:spcBef>
                <a:spcPts val="0"/>
              </a:spcBef>
              <a:spcAft>
                <a:spcPts val="0"/>
              </a:spcAft>
              <a:buClr>
                <a:srgbClr val="FFFFFF"/>
              </a:buClr>
              <a:buSzPts val="1200"/>
              <a:buNone/>
              <a:defRPr>
                <a:solidFill>
                  <a:srgbClr val="FFFFFF"/>
                </a:solidFill>
              </a:defRPr>
            </a:lvl2pPr>
            <a:lvl3pPr lvl="2">
              <a:lnSpc>
                <a:spcPct val="100000"/>
              </a:lnSpc>
              <a:spcBef>
                <a:spcPts val="0"/>
              </a:spcBef>
              <a:spcAft>
                <a:spcPts val="0"/>
              </a:spcAft>
              <a:buClr>
                <a:srgbClr val="FFFFFF"/>
              </a:buClr>
              <a:buSzPts val="1200"/>
              <a:buNone/>
              <a:defRPr>
                <a:solidFill>
                  <a:srgbClr val="FFFFFF"/>
                </a:solidFill>
              </a:defRPr>
            </a:lvl3pPr>
            <a:lvl4pPr lvl="3">
              <a:lnSpc>
                <a:spcPct val="100000"/>
              </a:lnSpc>
              <a:spcBef>
                <a:spcPts val="0"/>
              </a:spcBef>
              <a:spcAft>
                <a:spcPts val="0"/>
              </a:spcAft>
              <a:buClr>
                <a:srgbClr val="FFFFFF"/>
              </a:buClr>
              <a:buSzPts val="1200"/>
              <a:buNone/>
              <a:defRPr>
                <a:solidFill>
                  <a:srgbClr val="FFFFFF"/>
                </a:solidFill>
              </a:defRPr>
            </a:lvl4pPr>
            <a:lvl5pPr lvl="4">
              <a:lnSpc>
                <a:spcPct val="100000"/>
              </a:lnSpc>
              <a:spcBef>
                <a:spcPts val="0"/>
              </a:spcBef>
              <a:spcAft>
                <a:spcPts val="0"/>
              </a:spcAft>
              <a:buClr>
                <a:srgbClr val="FFFFFF"/>
              </a:buClr>
              <a:buSzPts val="1200"/>
              <a:buNone/>
              <a:defRPr>
                <a:solidFill>
                  <a:srgbClr val="FFFFFF"/>
                </a:solidFill>
              </a:defRPr>
            </a:lvl5pPr>
            <a:lvl6pPr lvl="5">
              <a:lnSpc>
                <a:spcPct val="100000"/>
              </a:lnSpc>
              <a:spcBef>
                <a:spcPts val="0"/>
              </a:spcBef>
              <a:spcAft>
                <a:spcPts val="0"/>
              </a:spcAft>
              <a:buClr>
                <a:srgbClr val="FFFFFF"/>
              </a:buClr>
              <a:buSzPts val="1200"/>
              <a:buNone/>
              <a:defRPr>
                <a:solidFill>
                  <a:srgbClr val="FFFFFF"/>
                </a:solidFill>
              </a:defRPr>
            </a:lvl6pPr>
            <a:lvl7pPr lvl="6">
              <a:lnSpc>
                <a:spcPct val="100000"/>
              </a:lnSpc>
              <a:spcBef>
                <a:spcPts val="0"/>
              </a:spcBef>
              <a:spcAft>
                <a:spcPts val="0"/>
              </a:spcAft>
              <a:buClr>
                <a:srgbClr val="FFFFFF"/>
              </a:buClr>
              <a:buSzPts val="1200"/>
              <a:buNone/>
              <a:defRPr>
                <a:solidFill>
                  <a:srgbClr val="FFFFFF"/>
                </a:solidFill>
              </a:defRPr>
            </a:lvl7pPr>
            <a:lvl8pPr lvl="7">
              <a:lnSpc>
                <a:spcPct val="100000"/>
              </a:lnSpc>
              <a:spcBef>
                <a:spcPts val="0"/>
              </a:spcBef>
              <a:spcAft>
                <a:spcPts val="0"/>
              </a:spcAft>
              <a:buClr>
                <a:srgbClr val="FFFFFF"/>
              </a:buClr>
              <a:buSzPts val="1200"/>
              <a:buNone/>
              <a:defRPr>
                <a:solidFill>
                  <a:srgbClr val="FFFFFF"/>
                </a:solidFill>
              </a:defRPr>
            </a:lvl8pPr>
            <a:lvl9pPr lvl="8">
              <a:lnSpc>
                <a:spcPct val="100000"/>
              </a:lnSpc>
              <a:spcBef>
                <a:spcPts val="0"/>
              </a:spcBef>
              <a:spcAft>
                <a:spcPts val="0"/>
              </a:spcAft>
              <a:buClr>
                <a:srgbClr val="FFFFFF"/>
              </a:buClr>
              <a:buSzPts val="1200"/>
              <a:buNone/>
              <a:defRPr>
                <a:solidFill>
                  <a:srgbClr val="FFFFFF"/>
                </a:solidFill>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37"/>
        <p:cNvGrpSpPr/>
        <p:nvPr/>
      </p:nvGrpSpPr>
      <p:grpSpPr>
        <a:xfrm>
          <a:off x="0" y="0"/>
          <a:ext cx="0" cy="0"/>
          <a:chOff x="0" y="0"/>
          <a:chExt cx="0" cy="0"/>
        </a:xfrm>
      </p:grpSpPr>
      <p:sp>
        <p:nvSpPr>
          <p:cNvPr id="138" name="Google Shape;138;p30"/>
          <p:cNvSpPr/>
          <p:nvPr/>
        </p:nvSpPr>
        <p:spPr>
          <a:xfrm rot="-5400000" flipH="1">
            <a:off x="83000" y="-82950"/>
            <a:ext cx="548400" cy="714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30"/>
          <p:cNvSpPr/>
          <p:nvPr/>
        </p:nvSpPr>
        <p:spPr>
          <a:xfrm rot="-5400000" flipH="1">
            <a:off x="7474475" y="3397650"/>
            <a:ext cx="891300" cy="26004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40"/>
        <p:cNvGrpSpPr/>
        <p:nvPr/>
      </p:nvGrpSpPr>
      <p:grpSpPr>
        <a:xfrm>
          <a:off x="0" y="0"/>
          <a:ext cx="0" cy="0"/>
          <a:chOff x="0" y="0"/>
          <a:chExt cx="0" cy="0"/>
        </a:xfrm>
      </p:grpSpPr>
      <p:sp>
        <p:nvSpPr>
          <p:cNvPr id="141" name="Google Shape;141;p31"/>
          <p:cNvSpPr/>
          <p:nvPr/>
        </p:nvSpPr>
        <p:spPr>
          <a:xfrm>
            <a:off x="0" y="1577400"/>
            <a:ext cx="362100" cy="1988700"/>
          </a:xfrm>
          <a:prstGeom prst="rect">
            <a:avLst/>
          </a:prstGeom>
          <a:solidFill>
            <a:srgbClr val="CFC3AC">
              <a:alpha val="5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800"/>
              <a:buFont typeface="Livvic"/>
              <a:buNone/>
              <a:defRPr sz="2800" b="1">
                <a:solidFill>
                  <a:schemeClr val="dk1"/>
                </a:solidFill>
                <a:latin typeface="Livvic"/>
                <a:ea typeface="Livvic"/>
                <a:cs typeface="Livvic"/>
                <a:sym typeface="Livvic"/>
              </a:defRPr>
            </a:lvl1pPr>
            <a:lvl2pPr lvl="1"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2pPr>
            <a:lvl3pPr lvl="2"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3pPr>
            <a:lvl4pPr lvl="3"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4pPr>
            <a:lvl5pPr lvl="4"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5pPr>
            <a:lvl6pPr lvl="5"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6pPr>
            <a:lvl7pPr lvl="6"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7pPr>
            <a:lvl8pPr lvl="7"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8pPr>
            <a:lvl9pPr lvl="8"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1pPr>
            <a:lvl2pPr marL="914400" lvl="1" indent="-304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2pPr>
            <a:lvl3pPr marL="1371600" lvl="2" indent="-304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3pPr>
            <a:lvl4pPr marL="1828800" lvl="3" indent="-304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4pPr>
            <a:lvl5pPr marL="2286000" lvl="4" indent="-304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5pPr>
            <a:lvl6pPr marL="2743200" lvl="5" indent="-304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6pPr>
            <a:lvl7pPr marL="3200400" lvl="6" indent="-304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7pPr>
            <a:lvl8pPr marL="3657600" lvl="7" indent="-304800">
              <a:lnSpc>
                <a:spcPct val="100000"/>
              </a:lnSpc>
              <a:spcBef>
                <a:spcPts val="1600"/>
              </a:spcBef>
              <a:spcAft>
                <a:spcPts val="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8pPr>
            <a:lvl9pPr marL="4114800" lvl="8" indent="-304800">
              <a:lnSpc>
                <a:spcPct val="100000"/>
              </a:lnSpc>
              <a:spcBef>
                <a:spcPts val="1600"/>
              </a:spcBef>
              <a:spcAft>
                <a:spcPts val="1600"/>
              </a:spcAft>
              <a:buClr>
                <a:schemeClr val="dk1"/>
              </a:buClr>
              <a:buSzPts val="1200"/>
              <a:buFont typeface="Catamaran Light"/>
              <a:buChar char="■"/>
              <a:defRPr sz="1200">
                <a:solidFill>
                  <a:schemeClr val="dk1"/>
                </a:solidFill>
                <a:latin typeface="Catamaran Light"/>
                <a:ea typeface="Catamaran Light"/>
                <a:cs typeface="Catamaran Light"/>
                <a:sym typeface="Catamaran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71" r:id="rId17"/>
    <p:sldLayoutId id="2147483675" r:id="rId18"/>
    <p:sldLayoutId id="2147483676" r:id="rId19"/>
    <p:sldLayoutId id="2147483677" r:id="rId20"/>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pos="449">
          <p15:clr>
            <a:srgbClr val="EA4335"/>
          </p15:clr>
        </p15:guide>
        <p15:guide id="2" pos="5311">
          <p15:clr>
            <a:srgbClr val="EA4335"/>
          </p15:clr>
        </p15:guide>
        <p15:guide id="3" orient="horz" pos="340">
          <p15:clr>
            <a:srgbClr val="EA4335"/>
          </p15:clr>
        </p15:guide>
        <p15:guide id="4" orient="horz" pos="2900">
          <p15:clr>
            <a:srgbClr val="EA4335"/>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10.jpeg"/></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4.jpeg"/></Relationships>
</file>

<file path=ppt/slides/_rels/slide2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2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6"/>
        <p:cNvGrpSpPr/>
        <p:nvPr/>
      </p:nvGrpSpPr>
      <p:grpSpPr>
        <a:xfrm>
          <a:off x="0" y="0"/>
          <a:ext cx="0" cy="0"/>
          <a:chOff x="0" y="0"/>
          <a:chExt cx="0" cy="0"/>
        </a:xfrm>
      </p:grpSpPr>
      <p:pic>
        <p:nvPicPr>
          <p:cNvPr id="157" name="Google Shape;157;p36"/>
          <p:cNvPicPr preferRelativeResize="0"/>
          <p:nvPr/>
        </p:nvPicPr>
        <p:blipFill rotWithShape="1">
          <a:blip r:embed="rId3">
            <a:alphaModFix/>
          </a:blip>
          <a:srcRect/>
          <a:stretch/>
        </p:blipFill>
        <p:spPr>
          <a:xfrm flipH="1">
            <a:off x="2214590" y="0"/>
            <a:ext cx="6929408" cy="5143500"/>
          </a:xfrm>
          <a:prstGeom prst="rect">
            <a:avLst/>
          </a:prstGeom>
          <a:noFill/>
          <a:ln>
            <a:noFill/>
          </a:ln>
        </p:spPr>
      </p:pic>
      <p:sp>
        <p:nvSpPr>
          <p:cNvPr id="158" name="Google Shape;158;p36"/>
          <p:cNvSpPr/>
          <p:nvPr/>
        </p:nvSpPr>
        <p:spPr>
          <a:xfrm rot="5400000">
            <a:off x="1428875" y="13850"/>
            <a:ext cx="3358800" cy="5026500"/>
          </a:xfrm>
          <a:prstGeom prst="rect">
            <a:avLst/>
          </a:prstGeom>
          <a:solidFill>
            <a:srgbClr val="908269">
              <a:alpha val="86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36"/>
          <p:cNvSpPr txBox="1">
            <a:spLocks noGrp="1"/>
          </p:cNvSpPr>
          <p:nvPr>
            <p:ph type="subTitle" idx="1"/>
          </p:nvPr>
        </p:nvSpPr>
        <p:spPr>
          <a:xfrm>
            <a:off x="1039575" y="3206400"/>
            <a:ext cx="2402100" cy="717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lt1"/>
                </a:solidFill>
              </a:rPr>
              <a:t>Here is where your presentation begins</a:t>
            </a:r>
            <a:endParaRPr>
              <a:solidFill>
                <a:schemeClr val="lt1"/>
              </a:solidFill>
            </a:endParaRPr>
          </a:p>
        </p:txBody>
      </p:sp>
      <p:sp>
        <p:nvSpPr>
          <p:cNvPr id="160" name="Google Shape;160;p36"/>
          <p:cNvSpPr txBox="1">
            <a:spLocks noGrp="1"/>
          </p:cNvSpPr>
          <p:nvPr>
            <p:ph type="ctrTitle"/>
          </p:nvPr>
        </p:nvSpPr>
        <p:spPr>
          <a:xfrm>
            <a:off x="1039575" y="1701225"/>
            <a:ext cx="4592400" cy="1782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solidFill>
                  <a:schemeClr val="lt1"/>
                </a:solidFill>
              </a:rPr>
              <a:t>TIGER IN </a:t>
            </a:r>
            <a:br>
              <a:rPr lang="en" dirty="0" smtClean="0">
                <a:solidFill>
                  <a:schemeClr val="lt1"/>
                </a:solidFill>
              </a:rPr>
            </a:br>
            <a:r>
              <a:rPr lang="en" dirty="0" smtClean="0">
                <a:solidFill>
                  <a:schemeClr val="lt1"/>
                </a:solidFill>
              </a:rPr>
              <a:t>THE </a:t>
            </a:r>
            <a:br>
              <a:rPr lang="en" dirty="0" smtClean="0">
                <a:solidFill>
                  <a:schemeClr val="lt1"/>
                </a:solidFill>
              </a:rPr>
            </a:br>
            <a:r>
              <a:rPr lang="en" dirty="0" smtClean="0">
                <a:solidFill>
                  <a:schemeClr val="lt1"/>
                </a:solidFill>
              </a:rPr>
              <a:t>ZOO</a:t>
            </a:r>
            <a:endParaRPr>
              <a:solidFill>
                <a:schemeClr val="lt1"/>
              </a:solidFill>
            </a:endParaRPr>
          </a:p>
        </p:txBody>
      </p:sp>
      <p:sp>
        <p:nvSpPr>
          <p:cNvPr id="161" name="Google Shape;161;p36"/>
          <p:cNvSpPr/>
          <p:nvPr/>
        </p:nvSpPr>
        <p:spPr>
          <a:xfrm rot="-5400000" flipH="1">
            <a:off x="7354200" y="2416550"/>
            <a:ext cx="3358800" cy="221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74"/>
        <p:cNvGrpSpPr/>
        <p:nvPr/>
      </p:nvGrpSpPr>
      <p:grpSpPr>
        <a:xfrm>
          <a:off x="0" y="0"/>
          <a:ext cx="0" cy="0"/>
          <a:chOff x="0" y="0"/>
          <a:chExt cx="0" cy="0"/>
        </a:xfrm>
      </p:grpSpPr>
      <p:sp>
        <p:nvSpPr>
          <p:cNvPr id="175" name="Google Shape;175;p38"/>
          <p:cNvSpPr txBox="1">
            <a:spLocks noGrp="1"/>
          </p:cNvSpPr>
          <p:nvPr>
            <p:ph type="subTitle" idx="14"/>
          </p:nvPr>
        </p:nvSpPr>
        <p:spPr>
          <a:xfrm>
            <a:off x="3427997" y="3311534"/>
            <a:ext cx="19065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you could describe the topic of the section</a:t>
            </a:r>
            <a:endParaRPr/>
          </a:p>
        </p:txBody>
      </p:sp>
      <p:sp>
        <p:nvSpPr>
          <p:cNvPr id="176" name="Google Shape;176;p38"/>
          <p:cNvSpPr txBox="1">
            <a:spLocks noGrp="1"/>
          </p:cNvSpPr>
          <p:nvPr>
            <p:ph type="subTitle" idx="17"/>
          </p:nvPr>
        </p:nvSpPr>
        <p:spPr>
          <a:xfrm>
            <a:off x="3427997" y="4147872"/>
            <a:ext cx="19065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you could describe the topic of the section</a:t>
            </a:r>
            <a:endParaRPr/>
          </a:p>
        </p:txBody>
      </p:sp>
      <p:sp>
        <p:nvSpPr>
          <p:cNvPr id="177" name="Google Shape;177;p38"/>
          <p:cNvSpPr txBox="1">
            <a:spLocks noGrp="1"/>
          </p:cNvSpPr>
          <p:nvPr>
            <p:ph type="ctrTitle" idx="13"/>
          </p:nvPr>
        </p:nvSpPr>
        <p:spPr>
          <a:xfrm>
            <a:off x="3427999" y="2897911"/>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SECOND STANZA</a:t>
            </a:r>
            <a:endParaRPr/>
          </a:p>
        </p:txBody>
      </p:sp>
      <p:sp>
        <p:nvSpPr>
          <p:cNvPr id="178" name="Google Shape;178;p38"/>
          <p:cNvSpPr txBox="1">
            <a:spLocks noGrp="1"/>
          </p:cNvSpPr>
          <p:nvPr>
            <p:ph type="ctrTitle" idx="16"/>
          </p:nvPr>
        </p:nvSpPr>
        <p:spPr>
          <a:xfrm>
            <a:off x="3427999" y="3734723"/>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THIRD STANZA</a:t>
            </a:r>
            <a:endParaRPr/>
          </a:p>
        </p:txBody>
      </p:sp>
      <p:sp>
        <p:nvSpPr>
          <p:cNvPr id="179" name="Google Shape;179;p38"/>
          <p:cNvSpPr/>
          <p:nvPr/>
        </p:nvSpPr>
        <p:spPr>
          <a:xfrm rot="-5400000" flipH="1">
            <a:off x="-957850" y="957900"/>
            <a:ext cx="5140800" cy="3225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8"/>
          <p:cNvSpPr txBox="1">
            <a:spLocks noGrp="1"/>
          </p:cNvSpPr>
          <p:nvPr>
            <p:ph type="title" idx="8"/>
          </p:nvPr>
        </p:nvSpPr>
        <p:spPr>
          <a:xfrm>
            <a:off x="2023007" y="2323463"/>
            <a:ext cx="15735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181" name="Google Shape;181;p38"/>
          <p:cNvSpPr txBox="1">
            <a:spLocks noGrp="1"/>
          </p:cNvSpPr>
          <p:nvPr>
            <p:ph type="title" idx="2"/>
          </p:nvPr>
        </p:nvSpPr>
        <p:spPr>
          <a:xfrm>
            <a:off x="2023007" y="654113"/>
            <a:ext cx="17391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182" name="Google Shape;182;p38"/>
          <p:cNvSpPr txBox="1">
            <a:spLocks noGrp="1"/>
          </p:cNvSpPr>
          <p:nvPr>
            <p:ph type="title" idx="5"/>
          </p:nvPr>
        </p:nvSpPr>
        <p:spPr>
          <a:xfrm>
            <a:off x="2023007" y="1488788"/>
            <a:ext cx="1615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183" name="Google Shape;183;p38"/>
          <p:cNvSpPr txBox="1">
            <a:spLocks noGrp="1"/>
          </p:cNvSpPr>
          <p:nvPr>
            <p:ph type="title" idx="15"/>
          </p:nvPr>
        </p:nvSpPr>
        <p:spPr>
          <a:xfrm>
            <a:off x="2023007" y="3158138"/>
            <a:ext cx="15735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84" name="Google Shape;184;p38"/>
          <p:cNvSpPr txBox="1">
            <a:spLocks noGrp="1"/>
          </p:cNvSpPr>
          <p:nvPr>
            <p:ph type="title" idx="18"/>
          </p:nvPr>
        </p:nvSpPr>
        <p:spPr>
          <a:xfrm>
            <a:off x="2023007" y="3992813"/>
            <a:ext cx="15735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05</a:t>
            </a:r>
            <a:endParaRPr/>
          </a:p>
        </p:txBody>
      </p:sp>
      <p:sp>
        <p:nvSpPr>
          <p:cNvPr id="185" name="Google Shape;185;p38"/>
          <p:cNvSpPr txBox="1">
            <a:spLocks noGrp="1"/>
          </p:cNvSpPr>
          <p:nvPr>
            <p:ph type="ctrTitle" idx="9"/>
          </p:nvPr>
        </p:nvSpPr>
        <p:spPr>
          <a:xfrm rot="5400000">
            <a:off x="6672869" y="1646270"/>
            <a:ext cx="29133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TABLE OF CONTENTS</a:t>
            </a:r>
            <a:endParaRPr/>
          </a:p>
        </p:txBody>
      </p:sp>
      <p:sp>
        <p:nvSpPr>
          <p:cNvPr id="186" name="Google Shape;186;p38"/>
          <p:cNvSpPr txBox="1">
            <a:spLocks noGrp="1"/>
          </p:cNvSpPr>
          <p:nvPr>
            <p:ph type="subTitle" idx="7"/>
          </p:nvPr>
        </p:nvSpPr>
        <p:spPr>
          <a:xfrm>
            <a:off x="3427997" y="2475197"/>
            <a:ext cx="19065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you could describe the topic of the section</a:t>
            </a:r>
            <a:endParaRPr/>
          </a:p>
        </p:txBody>
      </p:sp>
      <p:sp>
        <p:nvSpPr>
          <p:cNvPr id="187" name="Google Shape;187;p38"/>
          <p:cNvSpPr txBox="1">
            <a:spLocks noGrp="1"/>
          </p:cNvSpPr>
          <p:nvPr>
            <p:ph type="ctrTitle" idx="6"/>
          </p:nvPr>
        </p:nvSpPr>
        <p:spPr>
          <a:xfrm>
            <a:off x="3427999" y="2061098"/>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FIRST STANZA</a:t>
            </a:r>
            <a:endParaRPr/>
          </a:p>
        </p:txBody>
      </p:sp>
      <p:sp>
        <p:nvSpPr>
          <p:cNvPr id="188" name="Google Shape;188;p38"/>
          <p:cNvSpPr txBox="1">
            <a:spLocks noGrp="1"/>
          </p:cNvSpPr>
          <p:nvPr>
            <p:ph type="ctrTitle"/>
          </p:nvPr>
        </p:nvSpPr>
        <p:spPr>
          <a:xfrm>
            <a:off x="3423902" y="387473"/>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dirty="0" smtClean="0"/>
              <a:t>ABOUT THE POET</a:t>
            </a:r>
            <a:endParaRPr/>
          </a:p>
        </p:txBody>
      </p:sp>
      <p:sp>
        <p:nvSpPr>
          <p:cNvPr id="189" name="Google Shape;189;p38"/>
          <p:cNvSpPr txBox="1">
            <a:spLocks noGrp="1"/>
          </p:cNvSpPr>
          <p:nvPr>
            <p:ph type="subTitle" idx="1"/>
          </p:nvPr>
        </p:nvSpPr>
        <p:spPr>
          <a:xfrm>
            <a:off x="3423900" y="802521"/>
            <a:ext cx="19065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you could describe the topic of the section</a:t>
            </a:r>
            <a:endParaRPr/>
          </a:p>
        </p:txBody>
      </p:sp>
      <p:sp>
        <p:nvSpPr>
          <p:cNvPr id="190" name="Google Shape;190;p38"/>
          <p:cNvSpPr txBox="1">
            <a:spLocks noGrp="1"/>
          </p:cNvSpPr>
          <p:nvPr>
            <p:ph type="ctrTitle" idx="3"/>
          </p:nvPr>
        </p:nvSpPr>
        <p:spPr>
          <a:xfrm>
            <a:off x="3425264" y="1224286"/>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ABOUT  THE TIGER</a:t>
            </a:r>
            <a:endParaRPr/>
          </a:p>
        </p:txBody>
      </p:sp>
      <p:sp>
        <p:nvSpPr>
          <p:cNvPr id="191" name="Google Shape;191;p38"/>
          <p:cNvSpPr txBox="1">
            <a:spLocks noGrp="1"/>
          </p:cNvSpPr>
          <p:nvPr>
            <p:ph type="subTitle" idx="4"/>
          </p:nvPr>
        </p:nvSpPr>
        <p:spPr>
          <a:xfrm>
            <a:off x="3425259" y="1638859"/>
            <a:ext cx="19767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you could describe the topic of the section</a:t>
            </a:r>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74"/>
        <p:cNvGrpSpPr/>
        <p:nvPr/>
      </p:nvGrpSpPr>
      <p:grpSpPr>
        <a:xfrm>
          <a:off x="0" y="0"/>
          <a:ext cx="0" cy="0"/>
          <a:chOff x="0" y="0"/>
          <a:chExt cx="0" cy="0"/>
        </a:xfrm>
      </p:grpSpPr>
      <p:sp>
        <p:nvSpPr>
          <p:cNvPr id="175" name="Google Shape;175;p38"/>
          <p:cNvSpPr txBox="1">
            <a:spLocks noGrp="1"/>
          </p:cNvSpPr>
          <p:nvPr>
            <p:ph type="subTitle" idx="14"/>
          </p:nvPr>
        </p:nvSpPr>
        <p:spPr>
          <a:xfrm flipH="1">
            <a:off x="-2499360" y="3311534"/>
            <a:ext cx="64008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you could describe the topic of the section</a:t>
            </a:r>
            <a:endParaRPr/>
          </a:p>
        </p:txBody>
      </p:sp>
      <p:sp>
        <p:nvSpPr>
          <p:cNvPr id="176" name="Google Shape;176;p38"/>
          <p:cNvSpPr txBox="1">
            <a:spLocks noGrp="1"/>
          </p:cNvSpPr>
          <p:nvPr>
            <p:ph type="subTitle" idx="17"/>
          </p:nvPr>
        </p:nvSpPr>
        <p:spPr>
          <a:xfrm>
            <a:off x="-1906500" y="2852472"/>
            <a:ext cx="19065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you could describe the topic of the section</a:t>
            </a:r>
            <a:endParaRPr/>
          </a:p>
        </p:txBody>
      </p:sp>
      <p:sp>
        <p:nvSpPr>
          <p:cNvPr id="177" name="Google Shape;177;p38"/>
          <p:cNvSpPr txBox="1">
            <a:spLocks noGrp="1"/>
          </p:cNvSpPr>
          <p:nvPr>
            <p:ph type="ctrTitle" idx="13"/>
          </p:nvPr>
        </p:nvSpPr>
        <p:spPr>
          <a:xfrm>
            <a:off x="-2743199" y="2897911"/>
            <a:ext cx="12192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SECOND STANZA</a:t>
            </a:r>
            <a:endParaRPr/>
          </a:p>
        </p:txBody>
      </p:sp>
      <p:sp>
        <p:nvSpPr>
          <p:cNvPr id="178" name="Google Shape;178;p38"/>
          <p:cNvSpPr txBox="1">
            <a:spLocks noGrp="1"/>
          </p:cNvSpPr>
          <p:nvPr>
            <p:ph type="ctrTitle" idx="16"/>
          </p:nvPr>
        </p:nvSpPr>
        <p:spPr>
          <a:xfrm>
            <a:off x="-2515601" y="2225963"/>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THIRD STANZA</a:t>
            </a:r>
            <a:endParaRPr/>
          </a:p>
        </p:txBody>
      </p:sp>
      <p:sp>
        <p:nvSpPr>
          <p:cNvPr id="179" name="Google Shape;179;p38"/>
          <p:cNvSpPr/>
          <p:nvPr/>
        </p:nvSpPr>
        <p:spPr>
          <a:xfrm rot="-5400000" flipH="1">
            <a:off x="-957900" y="960600"/>
            <a:ext cx="5140800" cy="3225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8"/>
          <p:cNvSpPr txBox="1">
            <a:spLocks noGrp="1"/>
          </p:cNvSpPr>
          <p:nvPr>
            <p:ph type="title" idx="8"/>
          </p:nvPr>
        </p:nvSpPr>
        <p:spPr>
          <a:xfrm>
            <a:off x="-2700342" y="2625635"/>
            <a:ext cx="1573500" cy="577800"/>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endParaRPr/>
          </a:p>
        </p:txBody>
      </p:sp>
      <p:sp>
        <p:nvSpPr>
          <p:cNvPr id="181" name="Google Shape;181;p38"/>
          <p:cNvSpPr txBox="1">
            <a:spLocks noGrp="1"/>
          </p:cNvSpPr>
          <p:nvPr>
            <p:ph type="title" idx="2"/>
          </p:nvPr>
        </p:nvSpPr>
        <p:spPr>
          <a:xfrm>
            <a:off x="2023007" y="654113"/>
            <a:ext cx="17391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04</a:t>
            </a:r>
            <a:endParaRPr/>
          </a:p>
        </p:txBody>
      </p:sp>
      <p:sp>
        <p:nvSpPr>
          <p:cNvPr id="182" name="Google Shape;182;p38"/>
          <p:cNvSpPr txBox="1">
            <a:spLocks noGrp="1"/>
          </p:cNvSpPr>
          <p:nvPr>
            <p:ph type="title" idx="5"/>
          </p:nvPr>
        </p:nvSpPr>
        <p:spPr>
          <a:xfrm>
            <a:off x="2023007" y="2067908"/>
            <a:ext cx="16152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smtClean="0"/>
              <a:t>05</a:t>
            </a:r>
            <a:endParaRPr/>
          </a:p>
        </p:txBody>
      </p:sp>
      <p:sp>
        <p:nvSpPr>
          <p:cNvPr id="183" name="Google Shape;183;p38"/>
          <p:cNvSpPr txBox="1">
            <a:spLocks noGrp="1"/>
          </p:cNvSpPr>
          <p:nvPr>
            <p:ph type="title" idx="15"/>
          </p:nvPr>
        </p:nvSpPr>
        <p:spPr>
          <a:xfrm>
            <a:off x="-3051913" y="3706778"/>
            <a:ext cx="15735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8"/>
          <p:cNvSpPr txBox="1">
            <a:spLocks noGrp="1"/>
          </p:cNvSpPr>
          <p:nvPr>
            <p:ph type="title" idx="18"/>
          </p:nvPr>
        </p:nvSpPr>
        <p:spPr>
          <a:xfrm>
            <a:off x="-2503273" y="-288900"/>
            <a:ext cx="1573500" cy="577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05</a:t>
            </a:r>
            <a:endParaRPr/>
          </a:p>
        </p:txBody>
      </p:sp>
      <p:sp>
        <p:nvSpPr>
          <p:cNvPr id="185" name="Google Shape;185;p38"/>
          <p:cNvSpPr txBox="1">
            <a:spLocks noGrp="1"/>
          </p:cNvSpPr>
          <p:nvPr>
            <p:ph type="ctrTitle" idx="9"/>
          </p:nvPr>
        </p:nvSpPr>
        <p:spPr>
          <a:xfrm rot="5400000">
            <a:off x="6672869" y="1646270"/>
            <a:ext cx="29133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TABLE OF CONTENTS</a:t>
            </a:r>
            <a:endParaRPr/>
          </a:p>
        </p:txBody>
      </p:sp>
      <p:sp>
        <p:nvSpPr>
          <p:cNvPr id="186" name="Google Shape;186;p38"/>
          <p:cNvSpPr txBox="1">
            <a:spLocks noGrp="1"/>
          </p:cNvSpPr>
          <p:nvPr>
            <p:ph type="subTitle" idx="7"/>
          </p:nvPr>
        </p:nvSpPr>
        <p:spPr>
          <a:xfrm flipH="1">
            <a:off x="-2773680" y="2475197"/>
            <a:ext cx="277368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you could describe the topic of the section</a:t>
            </a:r>
            <a:endParaRPr/>
          </a:p>
        </p:txBody>
      </p:sp>
      <p:sp>
        <p:nvSpPr>
          <p:cNvPr id="187" name="Google Shape;187;p38"/>
          <p:cNvSpPr txBox="1">
            <a:spLocks noGrp="1"/>
          </p:cNvSpPr>
          <p:nvPr>
            <p:ph type="ctrTitle" idx="6"/>
          </p:nvPr>
        </p:nvSpPr>
        <p:spPr>
          <a:xfrm>
            <a:off x="-2668001" y="1756298"/>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FIRST STANZA</a:t>
            </a:r>
            <a:endParaRPr/>
          </a:p>
        </p:txBody>
      </p:sp>
      <p:sp>
        <p:nvSpPr>
          <p:cNvPr id="188" name="Google Shape;188;p38"/>
          <p:cNvSpPr txBox="1">
            <a:spLocks noGrp="1"/>
          </p:cNvSpPr>
          <p:nvPr>
            <p:ph type="ctrTitle"/>
          </p:nvPr>
        </p:nvSpPr>
        <p:spPr>
          <a:xfrm>
            <a:off x="3423902" y="387473"/>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dirty="0" smtClean="0"/>
              <a:t>FOURTH STANZA</a:t>
            </a:r>
            <a:endParaRPr/>
          </a:p>
        </p:txBody>
      </p:sp>
      <p:sp>
        <p:nvSpPr>
          <p:cNvPr id="189" name="Google Shape;189;p38"/>
          <p:cNvSpPr txBox="1">
            <a:spLocks noGrp="1"/>
          </p:cNvSpPr>
          <p:nvPr>
            <p:ph type="subTitle" idx="1"/>
          </p:nvPr>
        </p:nvSpPr>
        <p:spPr>
          <a:xfrm>
            <a:off x="3423900" y="802521"/>
            <a:ext cx="19065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you could describe the topic of the section</a:t>
            </a:r>
            <a:endParaRPr/>
          </a:p>
        </p:txBody>
      </p:sp>
      <p:sp>
        <p:nvSpPr>
          <p:cNvPr id="190" name="Google Shape;190;p38"/>
          <p:cNvSpPr txBox="1">
            <a:spLocks noGrp="1"/>
          </p:cNvSpPr>
          <p:nvPr>
            <p:ph type="ctrTitle" idx="3"/>
          </p:nvPr>
        </p:nvSpPr>
        <p:spPr>
          <a:xfrm>
            <a:off x="3288104" y="1864366"/>
            <a:ext cx="2251800" cy="577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t>FIFTH</a:t>
            </a:r>
            <a:endParaRPr/>
          </a:p>
        </p:txBody>
      </p:sp>
      <p:sp>
        <p:nvSpPr>
          <p:cNvPr id="191" name="Google Shape;191;p38"/>
          <p:cNvSpPr txBox="1">
            <a:spLocks noGrp="1"/>
          </p:cNvSpPr>
          <p:nvPr>
            <p:ph type="subTitle" idx="4"/>
          </p:nvPr>
        </p:nvSpPr>
        <p:spPr>
          <a:xfrm>
            <a:off x="3318579" y="2431339"/>
            <a:ext cx="1976700" cy="572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Here you could describe the topic of the section</a:t>
            </a:r>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5"/>
        <p:cNvGrpSpPr/>
        <p:nvPr/>
      </p:nvGrpSpPr>
      <p:grpSpPr>
        <a:xfrm>
          <a:off x="0" y="0"/>
          <a:ext cx="0" cy="0"/>
          <a:chOff x="0" y="0"/>
          <a:chExt cx="0" cy="0"/>
        </a:xfrm>
      </p:grpSpPr>
      <p:pic>
        <p:nvPicPr>
          <p:cNvPr id="196" name="Google Shape;196;p39"/>
          <p:cNvPicPr preferRelativeResize="0"/>
          <p:nvPr/>
        </p:nvPicPr>
        <p:blipFill>
          <a:blip r:embed="rId3"/>
          <a:stretch>
            <a:fillRect/>
          </a:stretch>
        </p:blipFill>
        <p:spPr>
          <a:xfrm>
            <a:off x="5328745" y="0"/>
            <a:ext cx="3815253" cy="5143500"/>
          </a:xfrm>
          <a:prstGeom prst="rect">
            <a:avLst/>
          </a:prstGeom>
          <a:noFill/>
          <a:ln>
            <a:noFill/>
          </a:ln>
        </p:spPr>
      </p:pic>
      <p:sp>
        <p:nvSpPr>
          <p:cNvPr id="198" name="Google Shape;198;p39"/>
          <p:cNvSpPr txBox="1">
            <a:spLocks noGrp="1"/>
          </p:cNvSpPr>
          <p:nvPr>
            <p:ph type="subTitle" idx="1"/>
          </p:nvPr>
        </p:nvSpPr>
        <p:spPr>
          <a:xfrm flipH="1">
            <a:off x="346838" y="835378"/>
            <a:ext cx="4789605" cy="1955119"/>
          </a:xfrm>
          <a:prstGeom prst="rect">
            <a:avLst/>
          </a:prstGeom>
        </p:spPr>
        <p:txBody>
          <a:bodyPr spcFirstLastPara="1" wrap="square" lIns="91425" tIns="91425" rIns="91425" bIns="91425" anchor="t" anchorCtr="0">
            <a:noAutofit/>
          </a:bodyPr>
          <a:lstStyle/>
          <a:p>
            <a:r>
              <a:rPr lang="en-US" dirty="0" smtClean="0"/>
              <a:t>Early Life and Career: Born in </a:t>
            </a:r>
            <a:r>
              <a:rPr lang="en-US" dirty="0" err="1" smtClean="0"/>
              <a:t>Merthyr</a:t>
            </a:r>
            <a:r>
              <a:rPr lang="en-US" dirty="0" smtClean="0"/>
              <a:t> </a:t>
            </a:r>
            <a:r>
              <a:rPr lang="en-US" dirty="0" err="1" smtClean="0"/>
              <a:t>Tydfil</a:t>
            </a:r>
            <a:r>
              <a:rPr lang="en-US" dirty="0" smtClean="0"/>
              <a:t>, Wales, Norris initially worked as a teacher and headmaster and served in the Royal</a:t>
            </a:r>
          </a:p>
          <a:p>
            <a:r>
              <a:rPr lang="en-US" dirty="0" smtClean="0"/>
              <a:t>Air Force during World War II. He began writing full-time in 1974.</a:t>
            </a:r>
          </a:p>
          <a:p>
            <a:endParaRPr lang="en-US" dirty="0" smtClean="0"/>
          </a:p>
          <a:p>
            <a:r>
              <a:rPr lang="en-US" dirty="0" smtClean="0"/>
              <a:t>Teaching and Residencies: Norris taught at various institutions in Britain and the United States, including the University of Washington and Brigham Young University (BYU), where he was a Humanities professor and Poet-in-Residence.</a:t>
            </a:r>
          </a:p>
          <a:p>
            <a:endParaRPr lang="en-US" dirty="0" smtClean="0"/>
          </a:p>
          <a:p>
            <a:r>
              <a:rPr lang="en-US" dirty="0" smtClean="0"/>
              <a:t>Writing Style and Themes: Known for his lyrical style and vivid imagery, Norris's work often explored themes of his Welsh heritage, childhood, nature, and the human experience, including the contrast between freedom and captivity.</a:t>
            </a:r>
          </a:p>
          <a:p>
            <a:endParaRPr lang="en-US" dirty="0" smtClean="0"/>
          </a:p>
          <a:p>
            <a:r>
              <a:rPr lang="en-US" dirty="0" smtClean="0"/>
              <a:t>Awards and Recognition: Considered a significant Welsh writer, he received numerous awards, such as the </a:t>
            </a:r>
            <a:r>
              <a:rPr lang="en-US" dirty="0" err="1" smtClean="0"/>
              <a:t>Cholmondeley</a:t>
            </a:r>
            <a:r>
              <a:rPr lang="en-US" dirty="0" smtClean="0"/>
              <a:t> Poetry Prize and the Katherine Mansfield Memorial Award, and was a Fellow of the Royal Society of Literature and the Welsh</a:t>
            </a:r>
          </a:p>
          <a:p>
            <a:r>
              <a:rPr lang="en-US" dirty="0" smtClean="0"/>
              <a:t>Academy.</a:t>
            </a:r>
          </a:p>
          <a:p>
            <a:r>
              <a:rPr lang="en-US" dirty="0" smtClean="0"/>
              <a:t>Later Life and Legacy: Norris settled in Provo, Utah, and remained there until his death in 2006. His prolific writing, including poetry and short stories, left a lasting legacy, and he was admired by his students and colleagues at BYU. </a:t>
            </a:r>
          </a:p>
          <a:p>
            <a:pPr marL="0" lvl="0" indent="0" algn="r" rtl="0">
              <a:spcBef>
                <a:spcPts val="0"/>
              </a:spcBef>
              <a:spcAft>
                <a:spcPts val="0"/>
              </a:spcAft>
              <a:buNone/>
            </a:pPr>
            <a:endParaRPr/>
          </a:p>
        </p:txBody>
      </p:sp>
      <p:sp>
        <p:nvSpPr>
          <p:cNvPr id="199" name="Google Shape;199;p39"/>
          <p:cNvSpPr txBox="1">
            <a:spLocks noGrp="1"/>
          </p:cNvSpPr>
          <p:nvPr>
            <p:ph type="title"/>
          </p:nvPr>
        </p:nvSpPr>
        <p:spPr>
          <a:xfrm>
            <a:off x="672375" y="1"/>
            <a:ext cx="3498000" cy="1103586"/>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t>ABOUT THE POEM</a:t>
            </a:r>
            <a:endParaRPr/>
          </a:p>
        </p:txBody>
      </p:sp>
      <p:sp>
        <p:nvSpPr>
          <p:cNvPr id="201" name="Google Shape;201;p39"/>
          <p:cNvSpPr/>
          <p:nvPr/>
        </p:nvSpPr>
        <p:spPr>
          <a:xfrm>
            <a:off x="0" y="1577400"/>
            <a:ext cx="362100" cy="1988700"/>
          </a:xfrm>
          <a:prstGeom prst="rect">
            <a:avLst/>
          </a:prstGeom>
          <a:solidFill>
            <a:srgbClr val="CFC3AC">
              <a:alpha val="584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41"/>
          <p:cNvSpPr txBox="1">
            <a:spLocks noGrp="1"/>
          </p:cNvSpPr>
          <p:nvPr>
            <p:ph type="ctrTitle" idx="4"/>
          </p:nvPr>
        </p:nvSpPr>
        <p:spPr>
          <a:xfrm rot="5400000">
            <a:off x="6685437" y="1646270"/>
            <a:ext cx="2913300" cy="487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mtClean="0"/>
              <a:t>ABOUT THE TIGER IS </a:t>
            </a:r>
            <a:endParaRPr/>
          </a:p>
        </p:txBody>
      </p:sp>
      <p:pic>
        <p:nvPicPr>
          <p:cNvPr id="224" name="Google Shape;224;p41"/>
          <p:cNvPicPr preferRelativeResize="0"/>
          <p:nvPr/>
        </p:nvPicPr>
        <p:blipFill>
          <a:blip r:embed="rId3"/>
          <a:stretch>
            <a:fillRect/>
          </a:stretch>
        </p:blipFill>
        <p:spPr>
          <a:xfrm>
            <a:off x="0" y="0"/>
            <a:ext cx="7178039" cy="3698797"/>
          </a:xfrm>
          <a:prstGeom prst="rect">
            <a:avLst/>
          </a:prstGeom>
          <a:noFill/>
          <a:ln>
            <a:noFill/>
          </a:ln>
        </p:spPr>
      </p:pic>
      <p:sp>
        <p:nvSpPr>
          <p:cNvPr id="225" name="Google Shape;225;p41"/>
          <p:cNvSpPr/>
          <p:nvPr/>
        </p:nvSpPr>
        <p:spPr>
          <a:xfrm>
            <a:off x="0" y="2632200"/>
            <a:ext cx="7215000" cy="2511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41"/>
          <p:cNvSpPr txBox="1">
            <a:spLocks noGrp="1"/>
          </p:cNvSpPr>
          <p:nvPr>
            <p:ph type="subTitle" idx="1"/>
          </p:nvPr>
        </p:nvSpPr>
        <p:spPr>
          <a:xfrm>
            <a:off x="4921575" y="3553810"/>
            <a:ext cx="15222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Despite being red, Mars is a cold place, not hot. It’s full of iron oxide dust, which gives the planet its reddish cast</a:t>
            </a:r>
            <a:endParaRPr/>
          </a:p>
        </p:txBody>
      </p:sp>
      <p:sp>
        <p:nvSpPr>
          <p:cNvPr id="227" name="Google Shape;227;p41"/>
          <p:cNvSpPr txBox="1">
            <a:spLocks noGrp="1"/>
          </p:cNvSpPr>
          <p:nvPr>
            <p:ph type="subTitle" idx="3"/>
          </p:nvPr>
        </p:nvSpPr>
        <p:spPr>
          <a:xfrm>
            <a:off x="906139" y="3553810"/>
            <a:ext cx="15222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Yes, Saturn is the ringed one. This planet is a gas giant, and it’s composed mostly of hydrogen and helium</a:t>
            </a:r>
            <a:endParaRPr/>
          </a:p>
        </p:txBody>
      </p:sp>
      <p:sp>
        <p:nvSpPr>
          <p:cNvPr id="228" name="Google Shape;228;p41"/>
          <p:cNvSpPr txBox="1">
            <a:spLocks noGrp="1"/>
          </p:cNvSpPr>
          <p:nvPr>
            <p:ph type="ctrTitle" idx="2"/>
          </p:nvPr>
        </p:nvSpPr>
        <p:spPr>
          <a:xfrm>
            <a:off x="906139" y="2993035"/>
            <a:ext cx="1828200" cy="64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GAS PIPELINES</a:t>
            </a:r>
            <a:endParaRPr/>
          </a:p>
        </p:txBody>
      </p:sp>
      <p:sp>
        <p:nvSpPr>
          <p:cNvPr id="229" name="Google Shape;229;p41"/>
          <p:cNvSpPr txBox="1">
            <a:spLocks noGrp="1"/>
          </p:cNvSpPr>
          <p:nvPr>
            <p:ph type="ctrTitle"/>
          </p:nvPr>
        </p:nvSpPr>
        <p:spPr>
          <a:xfrm>
            <a:off x="4921575" y="2993035"/>
            <a:ext cx="1828200" cy="64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WATER TREATMENT PLANTS</a:t>
            </a:r>
            <a:endParaRPr/>
          </a:p>
        </p:txBody>
      </p:sp>
      <p:sp>
        <p:nvSpPr>
          <p:cNvPr id="230" name="Google Shape;230;p41"/>
          <p:cNvSpPr txBox="1">
            <a:spLocks noGrp="1"/>
          </p:cNvSpPr>
          <p:nvPr>
            <p:ph type="ctrTitle" idx="5"/>
          </p:nvPr>
        </p:nvSpPr>
        <p:spPr>
          <a:xfrm>
            <a:off x="2928557" y="2993035"/>
            <a:ext cx="1798800" cy="64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TUNNEL WORKS</a:t>
            </a:r>
            <a:endParaRPr/>
          </a:p>
        </p:txBody>
      </p:sp>
      <p:sp>
        <p:nvSpPr>
          <p:cNvPr id="231" name="Google Shape;231;p41"/>
          <p:cNvSpPr txBox="1">
            <a:spLocks noGrp="1"/>
          </p:cNvSpPr>
          <p:nvPr>
            <p:ph type="subTitle" idx="6"/>
          </p:nvPr>
        </p:nvSpPr>
        <p:spPr>
          <a:xfrm>
            <a:off x="2928550" y="3553810"/>
            <a:ext cx="1476300" cy="946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Jupiter is a gas giant and the biggest planet in our Solar System. It’s the fourth-brightest object in the sky</a:t>
            </a:r>
            <a:endParaRPr/>
          </a:p>
          <a:p>
            <a:pPr marL="0" lvl="0" indent="0" algn="l" rtl="0">
              <a:spcBef>
                <a:spcPts val="0"/>
              </a:spcBef>
              <a:spcAft>
                <a:spcPts val="0"/>
              </a:spcAft>
              <a:buNone/>
            </a:pPr>
            <a:endParaRPr/>
          </a:p>
        </p:txBody>
      </p:sp>
      <p:sp>
        <p:nvSpPr>
          <p:cNvPr id="232" name="Google Shape;232;p41"/>
          <p:cNvSpPr/>
          <p:nvPr/>
        </p:nvSpPr>
        <p:spPr>
          <a:xfrm rot="10800000" flipH="1">
            <a:off x="0" y="2424900"/>
            <a:ext cx="7215000" cy="20730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236"/>
        <p:cNvGrpSpPr/>
        <p:nvPr/>
      </p:nvGrpSpPr>
      <p:grpSpPr>
        <a:xfrm>
          <a:off x="0" y="0"/>
          <a:ext cx="0" cy="0"/>
          <a:chOff x="0" y="0"/>
          <a:chExt cx="0" cy="0"/>
        </a:xfrm>
      </p:grpSpPr>
      <p:pic>
        <p:nvPicPr>
          <p:cNvPr id="238" name="Google Shape;238;p42"/>
          <p:cNvPicPr preferRelativeResize="0"/>
          <p:nvPr/>
        </p:nvPicPr>
        <p:blipFill>
          <a:blip r:embed="rId3"/>
          <a:stretch>
            <a:fillRect/>
          </a:stretch>
        </p:blipFill>
        <p:spPr>
          <a:xfrm>
            <a:off x="685340" y="198120"/>
            <a:ext cx="3795220" cy="4506149"/>
          </a:xfrm>
          <a:prstGeom prst="rect">
            <a:avLst/>
          </a:prstGeom>
          <a:noFill/>
          <a:ln>
            <a:noFill/>
          </a:ln>
        </p:spPr>
      </p:pic>
      <p:sp>
        <p:nvSpPr>
          <p:cNvPr id="237" name="Google Shape;237;p42"/>
          <p:cNvSpPr/>
          <p:nvPr/>
        </p:nvSpPr>
        <p:spPr>
          <a:xfrm rot="-5400000">
            <a:off x="6223935" y="411430"/>
            <a:ext cx="1057500" cy="335553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2"/>
          <p:cNvSpPr txBox="1">
            <a:spLocks noGrp="1"/>
          </p:cNvSpPr>
          <p:nvPr>
            <p:ph type="ctrTitle"/>
          </p:nvPr>
        </p:nvSpPr>
        <p:spPr>
          <a:xfrm>
            <a:off x="5432000" y="710675"/>
            <a:ext cx="2888100" cy="2054100"/>
          </a:xfrm>
          <a:prstGeom prst="rect">
            <a:avLst/>
          </a:prstGeom>
          <a:scene3d>
            <a:camera prst="orthographicFront">
              <a:rot lat="1200000" lon="0" rev="0"/>
            </a:camera>
            <a:lightRig rig="threePt" dir="t"/>
          </a:scene3d>
        </p:spPr>
        <p:txBody>
          <a:bodyPr spcFirstLastPara="1" wrap="square" lIns="91425" tIns="91425" rIns="91425" bIns="91425" anchor="b" anchorCtr="0">
            <a:noAutofit/>
          </a:bodyPr>
          <a:lstStyle/>
          <a:p>
            <a:pPr marL="0" lvl="0" indent="0" algn="r" rtl="0">
              <a:spcBef>
                <a:spcPts val="0"/>
              </a:spcBef>
              <a:spcAft>
                <a:spcPts val="0"/>
              </a:spcAft>
              <a:buNone/>
            </a:pPr>
            <a:r>
              <a:rPr lang="en" sz="2800" dirty="0" smtClean="0">
                <a:solidFill>
                  <a:schemeClr val="lt1"/>
                </a:solidFill>
              </a:rPr>
              <a:t>FIRST</a:t>
            </a:r>
            <a:br>
              <a:rPr lang="en" sz="2800" dirty="0" smtClean="0">
                <a:solidFill>
                  <a:schemeClr val="lt1"/>
                </a:solidFill>
              </a:rPr>
            </a:br>
            <a:r>
              <a:rPr lang="en" dirty="0" smtClean="0">
                <a:solidFill>
                  <a:schemeClr val="lt1"/>
                </a:solidFill>
              </a:rPr>
              <a:t>STANZA</a:t>
            </a:r>
            <a:endParaRPr sz="2800">
              <a:solidFill>
                <a:schemeClr val="lt1"/>
              </a:solidFill>
            </a:endParaRPr>
          </a:p>
        </p:txBody>
      </p:sp>
      <p:sp>
        <p:nvSpPr>
          <p:cNvPr id="240" name="Google Shape;240;p42"/>
          <p:cNvSpPr txBox="1">
            <a:spLocks noGrp="1"/>
          </p:cNvSpPr>
          <p:nvPr>
            <p:ph type="subTitle" idx="1"/>
          </p:nvPr>
        </p:nvSpPr>
        <p:spPr>
          <a:xfrm>
            <a:off x="5090160" y="2846544"/>
            <a:ext cx="3229890" cy="2030255"/>
          </a:xfrm>
          <a:prstGeom prst="rect">
            <a:avLst/>
          </a:prstGeom>
        </p:spPr>
        <p:txBody>
          <a:bodyPr spcFirstLastPara="1" wrap="square" lIns="91425" tIns="91425" rIns="91425" bIns="91425" anchor="t" anchorCtr="0">
            <a:noAutofit/>
          </a:bodyPr>
          <a:lstStyle/>
          <a:p>
            <a:pPr fontAlgn="base"/>
            <a:r>
              <a:rPr lang="en-US" sz="1800" b="1" i="1" dirty="0" smtClean="0"/>
              <a:t>He stalks in his vivid  stripes</a:t>
            </a:r>
            <a:endParaRPr lang="en-US" sz="1800" dirty="0" smtClean="0"/>
          </a:p>
          <a:p>
            <a:pPr fontAlgn="base"/>
            <a:r>
              <a:rPr lang="en-US" sz="1800" b="1" i="1" dirty="0" smtClean="0"/>
              <a:t>The few steps of his cage,</a:t>
            </a:r>
            <a:endParaRPr lang="en-US" sz="1800" dirty="0" smtClean="0"/>
          </a:p>
          <a:p>
            <a:pPr fontAlgn="base"/>
            <a:r>
              <a:rPr lang="en-US" sz="1800" b="1" i="1" dirty="0" smtClean="0"/>
              <a:t>On pads of velvet quiet,</a:t>
            </a:r>
            <a:endParaRPr lang="en-US" sz="1800" dirty="0" smtClean="0"/>
          </a:p>
          <a:p>
            <a:pPr fontAlgn="base"/>
            <a:r>
              <a:rPr lang="en-US" sz="1800" b="1" i="1" dirty="0" smtClean="0"/>
              <a:t>In his quiet rage</a:t>
            </a:r>
            <a:r>
              <a:rPr lang="en-US" b="1" i="1" dirty="0" smtClean="0"/>
              <a:t>.</a:t>
            </a:r>
            <a:endParaRPr lang="en-US" dirty="0" smtClean="0"/>
          </a:p>
          <a:p>
            <a:pPr marL="0" lvl="0" indent="0" algn="r" rtl="0">
              <a:spcBef>
                <a:spcPts val="0"/>
              </a:spcBef>
              <a:spcAft>
                <a:spcPts val="0"/>
              </a:spcAft>
              <a:buNone/>
            </a:pPr>
            <a:endParaRPr/>
          </a:p>
        </p:txBody>
      </p:sp>
      <p:sp>
        <p:nvSpPr>
          <p:cNvPr id="241" name="Google Shape;241;p42"/>
          <p:cNvSpPr/>
          <p:nvPr/>
        </p:nvSpPr>
        <p:spPr>
          <a:xfrm rot="-5400000">
            <a:off x="6600" y="1660525"/>
            <a:ext cx="1057500" cy="10707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45"/>
        <p:cNvGrpSpPr/>
        <p:nvPr/>
      </p:nvGrpSpPr>
      <p:grpSpPr>
        <a:xfrm>
          <a:off x="0" y="0"/>
          <a:ext cx="0" cy="0"/>
          <a:chOff x="0" y="0"/>
          <a:chExt cx="0" cy="0"/>
        </a:xfrm>
      </p:grpSpPr>
      <p:sp>
        <p:nvSpPr>
          <p:cNvPr id="246" name="Google Shape;246;p43"/>
          <p:cNvSpPr/>
          <p:nvPr/>
        </p:nvSpPr>
        <p:spPr>
          <a:xfrm rot="-5400000">
            <a:off x="3350028" y="-635182"/>
            <a:ext cx="2415590" cy="8593234"/>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43"/>
          <p:cNvSpPr txBox="1">
            <a:spLocks noGrp="1"/>
          </p:cNvSpPr>
          <p:nvPr>
            <p:ph type="subTitle" idx="1"/>
          </p:nvPr>
        </p:nvSpPr>
        <p:spPr>
          <a:xfrm>
            <a:off x="915174" y="2560320"/>
            <a:ext cx="7482065" cy="2377440"/>
          </a:xfrm>
          <a:noFill/>
        </p:spPr>
        <p:txBody>
          <a:bodyPr/>
          <a:lstStyle/>
          <a:p>
            <a:pPr lvl="0"/>
            <a:r>
              <a:rPr lang="en-US" sz="1800" dirty="0" smtClean="0"/>
              <a:t>      The poet says here that the zoo tiger moves around in his cage under his brightly </a:t>
            </a:r>
            <a:r>
              <a:rPr lang="en-US" sz="1800" dirty="0" err="1" smtClean="0"/>
              <a:t>coloured</a:t>
            </a:r>
            <a:r>
              <a:rPr lang="en-US" sz="1800" dirty="0" smtClean="0"/>
              <a:t> skin. He goes on to say that the tiger can only take a few steps because the cage is small and difficult to move around in. His footsteps are unheard because he has very soft feet, like velvet, and there is no sound of the tiger's footsteps. The tiger attempts to control his rage by quietly walking around the confines of his cage. He is irritated because he is not free.</a:t>
            </a:r>
          </a:p>
          <a:p>
            <a:pPr lvl="0"/>
            <a:endParaRPr lang="en-US" sz="1800" dirty="0"/>
          </a:p>
        </p:txBody>
      </p:sp>
      <p:sp>
        <p:nvSpPr>
          <p:cNvPr id="248" name="Google Shape;248;p43"/>
          <p:cNvSpPr txBox="1">
            <a:spLocks noGrp="1"/>
          </p:cNvSpPr>
          <p:nvPr>
            <p:ph type="subTitle" idx="2"/>
          </p:nvPr>
        </p:nvSpPr>
        <p:spPr>
          <a:xfrm>
            <a:off x="-2071865" y="4362715"/>
            <a:ext cx="1821000" cy="780785"/>
          </a:xfrm>
        </p:spPr>
        <p:txBody>
          <a:bodyPr/>
          <a:lstStyle/>
          <a:p>
            <a:pPr lvl="0"/>
            <a:r>
              <a:rPr lang="en-US" dirty="0" smtClean="0">
                <a:sym typeface="Fira Sans Extra Condensed"/>
              </a:rPr>
              <a:t>—</a:t>
            </a:r>
            <a:r>
              <a:rPr lang="en-US" dirty="0" smtClean="0"/>
              <a:t>SOMEONE FAMOUS</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0"/>
        <p:cNvGrpSpPr/>
        <p:nvPr/>
      </p:nvGrpSpPr>
      <p:grpSpPr>
        <a:xfrm>
          <a:off x="0" y="0"/>
          <a:ext cx="0" cy="0"/>
          <a:chOff x="0" y="0"/>
          <a:chExt cx="0" cy="0"/>
        </a:xfrm>
      </p:grpSpPr>
      <p:sp>
        <p:nvSpPr>
          <p:cNvPr id="271" name="Google Shape;271;p46"/>
          <p:cNvSpPr/>
          <p:nvPr/>
        </p:nvSpPr>
        <p:spPr>
          <a:xfrm rot="-5400000" flipH="1">
            <a:off x="6267453" y="2465072"/>
            <a:ext cx="1348739" cy="400812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6"/>
          <p:cNvSpPr/>
          <p:nvPr/>
        </p:nvSpPr>
        <p:spPr>
          <a:xfrm rot="-5400000" flipH="1">
            <a:off x="593250" y="3993775"/>
            <a:ext cx="556500" cy="17430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6"/>
          <p:cNvSpPr/>
          <p:nvPr/>
        </p:nvSpPr>
        <p:spPr>
          <a:xfrm rot="-5400000" flipH="1">
            <a:off x="8279175" y="74250"/>
            <a:ext cx="939000" cy="7905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itle 5"/>
          <p:cNvSpPr>
            <a:spLocks noGrp="1"/>
          </p:cNvSpPr>
          <p:nvPr>
            <p:ph type="title"/>
          </p:nvPr>
        </p:nvSpPr>
        <p:spPr>
          <a:xfrm>
            <a:off x="5349240" y="3688080"/>
            <a:ext cx="3535680" cy="1455420"/>
          </a:xfrm>
        </p:spPr>
        <p:txBody>
          <a:bodyPr/>
          <a:lstStyle/>
          <a:p>
            <a:r>
              <a:rPr lang="en-US" dirty="0" smtClean="0"/>
              <a:t>poetic devices in stanza 1</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151554" name="Picture 2" descr="Jambu Zoo ready to welcome pair of Royal Bengal Tiger - The ..."/>
          <p:cNvPicPr>
            <a:picLocks noChangeAspect="1" noChangeArrowheads="1"/>
          </p:cNvPicPr>
          <p:nvPr/>
        </p:nvPicPr>
        <p:blipFill>
          <a:blip r:embed="rId3"/>
          <a:srcRect/>
          <a:stretch>
            <a:fillRect/>
          </a:stretch>
        </p:blipFill>
        <p:spPr bwMode="auto">
          <a:xfrm>
            <a:off x="1969135" y="487680"/>
            <a:ext cx="6809105" cy="4099878"/>
          </a:xfrm>
          <a:prstGeom prst="rect">
            <a:avLst/>
          </a:prstGeom>
          <a:noFill/>
        </p:spPr>
      </p:pic>
      <p:sp>
        <p:nvSpPr>
          <p:cNvPr id="253" name="Google Shape;253;p44"/>
          <p:cNvSpPr/>
          <p:nvPr/>
        </p:nvSpPr>
        <p:spPr>
          <a:xfrm rot="5400000">
            <a:off x="-752200" y="2013850"/>
            <a:ext cx="4059900" cy="111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4"/>
          <p:cNvSpPr/>
          <p:nvPr/>
        </p:nvSpPr>
        <p:spPr>
          <a:xfrm rot="-5400000" flipH="1">
            <a:off x="3164159" y="1771093"/>
            <a:ext cx="1720414" cy="38814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4"/>
          <p:cNvSpPr txBox="1">
            <a:spLocks noGrp="1"/>
          </p:cNvSpPr>
          <p:nvPr>
            <p:ph type="ctrTitle"/>
          </p:nvPr>
        </p:nvSpPr>
        <p:spPr>
          <a:xfrm rot="-5400000">
            <a:off x="-795406" y="2211455"/>
            <a:ext cx="3792710" cy="897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dirty="0" smtClean="0">
                <a:solidFill>
                  <a:schemeClr val="lt1"/>
                </a:solidFill>
              </a:rPr>
              <a:t>first</a:t>
            </a:r>
            <a:r>
              <a:rPr lang="en" dirty="0" smtClean="0">
                <a:solidFill>
                  <a:schemeClr val="lt1"/>
                </a:solidFill>
              </a:rPr>
              <a:t> </a:t>
            </a:r>
            <a:r>
              <a:rPr lang="en" dirty="0" smtClean="0">
                <a:solidFill>
                  <a:schemeClr val="lt1"/>
                </a:solidFill>
              </a:rPr>
              <a:t> </a:t>
            </a:r>
            <a:r>
              <a:rPr lang="en" dirty="0" smtClean="0">
                <a:solidFill>
                  <a:schemeClr val="lt1"/>
                </a:solidFill>
              </a:rPr>
              <a:t>STANZA</a:t>
            </a:r>
            <a:endParaRPr>
              <a:solidFill>
                <a:schemeClr val="lt1"/>
              </a:solidFill>
            </a:endParaRPr>
          </a:p>
        </p:txBody>
      </p:sp>
      <p:sp>
        <p:nvSpPr>
          <p:cNvPr id="257" name="Google Shape;257;p44"/>
          <p:cNvSpPr txBox="1">
            <a:spLocks noGrp="1"/>
          </p:cNvSpPr>
          <p:nvPr>
            <p:ph type="subTitle" idx="1"/>
          </p:nvPr>
        </p:nvSpPr>
        <p:spPr>
          <a:xfrm>
            <a:off x="2219446" y="2770859"/>
            <a:ext cx="3703833" cy="491629"/>
          </a:xfrm>
          <a:prstGeom prst="rect">
            <a:avLst/>
          </a:prstGeom>
        </p:spPr>
        <p:txBody>
          <a:bodyPr spcFirstLastPara="1" wrap="square" lIns="91425" tIns="91425" rIns="91425" bIns="91425" anchor="t" anchorCtr="0">
            <a:noAutofit/>
          </a:bodyPr>
          <a:lstStyle/>
          <a:p>
            <a:r>
              <a:rPr lang="en-US" sz="1400" b="1" dirty="0" smtClean="0"/>
              <a:t>Imagery:</a:t>
            </a:r>
            <a:r>
              <a:rPr lang="en-US" sz="1400" dirty="0" smtClean="0"/>
              <a:t> </a:t>
            </a:r>
            <a:r>
              <a:rPr lang="en-US" sz="1400" i="1" dirty="0" smtClean="0"/>
              <a:t>"vivid stripes"</a:t>
            </a:r>
            <a:r>
              <a:rPr lang="en-US" sz="1400" dirty="0" smtClean="0"/>
              <a:t>, </a:t>
            </a:r>
            <a:r>
              <a:rPr lang="en-US" sz="1400" i="1" dirty="0" smtClean="0"/>
              <a:t>"pads of velvet quiet"</a:t>
            </a:r>
            <a:r>
              <a:rPr lang="en-US" sz="1400" dirty="0" smtClean="0"/>
              <a:t> (creates a clear mental picture)</a:t>
            </a:r>
          </a:p>
          <a:p>
            <a:r>
              <a:rPr lang="en-US" sz="1400" b="1" dirty="0" smtClean="0"/>
              <a:t>Alliteration:</a:t>
            </a:r>
            <a:r>
              <a:rPr lang="en-US" sz="1400" dirty="0" smtClean="0"/>
              <a:t> </a:t>
            </a:r>
            <a:r>
              <a:rPr lang="en-US" sz="1400" i="1" dirty="0" smtClean="0"/>
              <a:t>"stalks in his stripes"</a:t>
            </a:r>
            <a:endParaRPr lang="en-US" sz="1400" dirty="0" smtClean="0"/>
          </a:p>
          <a:p>
            <a:r>
              <a:rPr lang="en-US" sz="1400" b="1" dirty="0" smtClean="0"/>
              <a:t>Metaphor:</a:t>
            </a:r>
            <a:r>
              <a:rPr lang="en-US" sz="1400" dirty="0" smtClean="0"/>
              <a:t> </a:t>
            </a:r>
            <a:r>
              <a:rPr lang="en-US" sz="1400" i="1" dirty="0" smtClean="0"/>
              <a:t>"quiet rage"</a:t>
            </a:r>
            <a:r>
              <a:rPr lang="en-US" sz="1400" dirty="0" smtClean="0"/>
              <a:t> (his anger is compared to quietness)</a:t>
            </a:r>
          </a:p>
          <a:p>
            <a:r>
              <a:rPr lang="en-US" sz="1400" b="1" dirty="0" smtClean="0"/>
              <a:t>Personification:</a:t>
            </a:r>
            <a:r>
              <a:rPr lang="en-US" sz="1400" dirty="0" smtClean="0"/>
              <a:t> Tiger is shown as having emotions like "rage".</a:t>
            </a:r>
          </a:p>
          <a:p>
            <a:pPr fontAlgn="base"/>
            <a:endParaRPr sz="1400">
              <a:solidFill>
                <a:schemeClr val="lt1"/>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94212" name="Picture 4" descr="830+ Tiger Hiding Stock Photos, Pictures &amp; Royalty-Free Images - iStock |  Tiger camouflage, Tiger jungle, Lion hiding"/>
          <p:cNvPicPr>
            <a:picLocks noChangeAspect="1" noChangeArrowheads="1"/>
          </p:cNvPicPr>
          <p:nvPr/>
        </p:nvPicPr>
        <p:blipFill>
          <a:blip r:embed="rId3"/>
          <a:srcRect/>
          <a:stretch>
            <a:fillRect/>
          </a:stretch>
        </p:blipFill>
        <p:spPr bwMode="auto">
          <a:xfrm>
            <a:off x="1935480" y="518160"/>
            <a:ext cx="6888480" cy="4084320"/>
          </a:xfrm>
          <a:prstGeom prst="rect">
            <a:avLst/>
          </a:prstGeom>
          <a:noFill/>
        </p:spPr>
      </p:pic>
      <p:sp>
        <p:nvSpPr>
          <p:cNvPr id="253" name="Google Shape;253;p44"/>
          <p:cNvSpPr/>
          <p:nvPr/>
        </p:nvSpPr>
        <p:spPr>
          <a:xfrm rot="5400000">
            <a:off x="-752200" y="2013850"/>
            <a:ext cx="4059900" cy="111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4"/>
          <p:cNvSpPr/>
          <p:nvPr/>
        </p:nvSpPr>
        <p:spPr>
          <a:xfrm rot="-5400000" flipH="1">
            <a:off x="3168750" y="1947125"/>
            <a:ext cx="1440300" cy="38814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4"/>
          <p:cNvSpPr txBox="1">
            <a:spLocks noGrp="1"/>
          </p:cNvSpPr>
          <p:nvPr>
            <p:ph type="ctrTitle"/>
          </p:nvPr>
        </p:nvSpPr>
        <p:spPr>
          <a:xfrm rot="-5400000">
            <a:off x="-795406" y="2211455"/>
            <a:ext cx="3792710" cy="897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smtClean="0">
                <a:solidFill>
                  <a:schemeClr val="lt1"/>
                </a:solidFill>
              </a:rPr>
              <a:t>SECOND STANZA</a:t>
            </a:r>
            <a:endParaRPr>
              <a:solidFill>
                <a:schemeClr val="lt1"/>
              </a:solidFill>
            </a:endParaRPr>
          </a:p>
        </p:txBody>
      </p:sp>
      <p:sp>
        <p:nvSpPr>
          <p:cNvPr id="257" name="Google Shape;257;p44"/>
          <p:cNvSpPr txBox="1">
            <a:spLocks noGrp="1"/>
          </p:cNvSpPr>
          <p:nvPr>
            <p:ph type="subTitle" idx="1"/>
          </p:nvPr>
        </p:nvSpPr>
        <p:spPr>
          <a:xfrm>
            <a:off x="2117846" y="3380460"/>
            <a:ext cx="3703833" cy="490500"/>
          </a:xfrm>
          <a:prstGeom prst="rect">
            <a:avLst/>
          </a:prstGeom>
        </p:spPr>
        <p:txBody>
          <a:bodyPr spcFirstLastPara="1" wrap="square" lIns="91425" tIns="91425" rIns="91425" bIns="91425" anchor="t" anchorCtr="0">
            <a:noAutofit/>
          </a:bodyPr>
          <a:lstStyle/>
          <a:p>
            <a:pPr fontAlgn="base"/>
            <a:r>
              <a:rPr lang="en-US" sz="1600" b="1" i="1" dirty="0" smtClean="0"/>
              <a:t>He should be lurking in shadow,</a:t>
            </a:r>
            <a:endParaRPr lang="en-US" sz="1600" dirty="0" smtClean="0"/>
          </a:p>
          <a:p>
            <a:pPr fontAlgn="base"/>
            <a:r>
              <a:rPr lang="en-US" sz="1600" b="1" i="1" dirty="0" smtClean="0"/>
              <a:t>Sliding through long grass</a:t>
            </a:r>
            <a:endParaRPr lang="en-US" sz="1600" dirty="0" smtClean="0"/>
          </a:p>
          <a:p>
            <a:pPr fontAlgn="base"/>
            <a:r>
              <a:rPr lang="en-US" sz="1600" b="1" i="1" dirty="0" smtClean="0"/>
              <a:t>Near the water hole</a:t>
            </a:r>
            <a:endParaRPr lang="en-US" sz="1600" dirty="0" smtClean="0"/>
          </a:p>
          <a:p>
            <a:pPr fontAlgn="base"/>
            <a:r>
              <a:rPr lang="en-US" sz="1600" b="1" i="1" dirty="0" smtClean="0"/>
              <a:t>Where plump deer pass.</a:t>
            </a:r>
            <a:endParaRPr lang="en-US" sz="1600" dirty="0" smtClean="0"/>
          </a:p>
          <a:p>
            <a:r>
              <a:rPr lang="en-US" sz="1600" dirty="0" smtClean="0"/>
              <a:t/>
            </a:r>
            <a:br>
              <a:rPr lang="en-US" sz="1600" dirty="0" smtClean="0"/>
            </a:br>
            <a:endParaRPr sz="1600">
              <a:solidFill>
                <a:schemeClr val="lt1"/>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pic>
        <p:nvPicPr>
          <p:cNvPr id="92162" name="Picture 2" descr="1,500+ Tiger Eating Stock Photos, Pictures &amp; Royalty-Free Images - iStock | Tiger  hunting, Tigers, Tiger cub"/>
          <p:cNvPicPr>
            <a:picLocks noChangeAspect="1" noChangeArrowheads="1"/>
          </p:cNvPicPr>
          <p:nvPr/>
        </p:nvPicPr>
        <p:blipFill>
          <a:blip r:embed="rId3"/>
          <a:srcRect/>
          <a:stretch>
            <a:fillRect/>
          </a:stretch>
        </p:blipFill>
        <p:spPr bwMode="auto">
          <a:xfrm>
            <a:off x="0" y="639762"/>
            <a:ext cx="7021195" cy="3905251"/>
          </a:xfrm>
          <a:prstGeom prst="rect">
            <a:avLst/>
          </a:prstGeom>
          <a:noFill/>
        </p:spPr>
      </p:pic>
      <p:sp>
        <p:nvSpPr>
          <p:cNvPr id="263" name="Google Shape;263;p45"/>
          <p:cNvSpPr/>
          <p:nvPr/>
        </p:nvSpPr>
        <p:spPr>
          <a:xfrm rot="-5400000" flipH="1">
            <a:off x="5836301" y="2013850"/>
            <a:ext cx="4059900" cy="111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45"/>
          <p:cNvSpPr/>
          <p:nvPr/>
        </p:nvSpPr>
        <p:spPr>
          <a:xfrm rot="5400000">
            <a:off x="3034097" y="575539"/>
            <a:ext cx="1440300" cy="6502653"/>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fontAlgn="base"/>
            <a:endParaRPr/>
          </a:p>
        </p:txBody>
      </p:sp>
      <p:sp>
        <p:nvSpPr>
          <p:cNvPr id="265" name="Google Shape;265;p45"/>
          <p:cNvSpPr txBox="1">
            <a:spLocks noGrp="1"/>
          </p:cNvSpPr>
          <p:nvPr>
            <p:ph type="subTitle" idx="1"/>
          </p:nvPr>
        </p:nvSpPr>
        <p:spPr>
          <a:xfrm flipH="1">
            <a:off x="563877" y="3200400"/>
            <a:ext cx="6355081" cy="1143000"/>
          </a:xfrm>
          <a:prstGeom prst="rect">
            <a:avLst/>
          </a:prstGeom>
        </p:spPr>
        <p:txBody>
          <a:bodyPr spcFirstLastPara="1" wrap="square" lIns="91425" tIns="91425" rIns="91425" bIns="91425" anchor="t" anchorCtr="0">
            <a:noAutofit/>
          </a:bodyPr>
          <a:lstStyle/>
          <a:p>
            <a:pPr fontAlgn="base"/>
            <a:r>
              <a:rPr lang="en-US" sz="1600" b="1" dirty="0" smtClean="0"/>
              <a:t>According to the poet, if this tiger was free, he would have hidden behind the long grass near the water bodies so that he could easily catch a deer for food. Essentially, the poet is saying that a tiger's natural life is to live in the jungle where he can catch and eat his prey, whereas the tiger in the cage cannot.</a:t>
            </a:r>
          </a:p>
          <a:p>
            <a:r>
              <a:rPr lang="en-US" sz="1600" b="1" dirty="0" smtClean="0"/>
              <a:t/>
            </a:r>
            <a:br>
              <a:rPr lang="en-US" sz="1600" b="1" dirty="0" smtClean="0"/>
            </a:br>
            <a:endParaRPr sz="1600" b="1">
              <a:solidFill>
                <a:schemeClr val="lt1"/>
              </a:solidFill>
            </a:endParaRPr>
          </a:p>
        </p:txBody>
      </p:sp>
      <p:sp>
        <p:nvSpPr>
          <p:cNvPr id="266" name="Google Shape;266;p45"/>
          <p:cNvSpPr txBox="1">
            <a:spLocks noGrp="1"/>
          </p:cNvSpPr>
          <p:nvPr>
            <p:ph type="ctrTitle"/>
          </p:nvPr>
        </p:nvSpPr>
        <p:spPr>
          <a:xfrm rot="5400000">
            <a:off x="6612409" y="1752564"/>
            <a:ext cx="2888100" cy="897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smtClean="0">
                <a:solidFill>
                  <a:schemeClr val="lt1"/>
                </a:solidFill>
              </a:rPr>
              <a:t>summary</a:t>
            </a:r>
            <a:endParaRPr>
              <a:solidFill>
                <a:schemeClr val="lt1"/>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0"/>
        <p:cNvGrpSpPr/>
        <p:nvPr/>
      </p:nvGrpSpPr>
      <p:grpSpPr>
        <a:xfrm>
          <a:off x="0" y="0"/>
          <a:ext cx="0" cy="0"/>
          <a:chOff x="0" y="0"/>
          <a:chExt cx="0" cy="0"/>
        </a:xfrm>
      </p:grpSpPr>
      <p:pic>
        <p:nvPicPr>
          <p:cNvPr id="4098" name="Picture 2" descr="35,100+ Tiger In Forest Stock Photos, Pictures &amp; Royalty-Free Images -  iStock | Bengal tiger"/>
          <p:cNvPicPr>
            <a:picLocks noChangeAspect="1" noChangeArrowheads="1"/>
          </p:cNvPicPr>
          <p:nvPr/>
        </p:nvPicPr>
        <p:blipFill>
          <a:blip r:embed="rId4"/>
          <a:srcRect/>
          <a:stretch>
            <a:fillRect/>
          </a:stretch>
        </p:blipFill>
        <p:spPr bwMode="auto">
          <a:xfrm>
            <a:off x="0" y="0"/>
            <a:ext cx="9144000" cy="5143500"/>
          </a:xfrm>
          <a:prstGeom prst="rect">
            <a:avLst/>
          </a:prstGeom>
          <a:noFill/>
        </p:spPr>
      </p:pic>
      <p:sp>
        <p:nvSpPr>
          <p:cNvPr id="271" name="Google Shape;271;p46"/>
          <p:cNvSpPr/>
          <p:nvPr/>
        </p:nvSpPr>
        <p:spPr>
          <a:xfrm rot="-5400000" flipH="1">
            <a:off x="6267453" y="2465072"/>
            <a:ext cx="1348739" cy="400812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6"/>
          <p:cNvSpPr/>
          <p:nvPr/>
        </p:nvSpPr>
        <p:spPr>
          <a:xfrm rot="-5400000" flipH="1">
            <a:off x="593250" y="3993775"/>
            <a:ext cx="556500" cy="17430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6"/>
          <p:cNvSpPr/>
          <p:nvPr/>
        </p:nvSpPr>
        <p:spPr>
          <a:xfrm rot="-5400000" flipH="1">
            <a:off x="8279175" y="74250"/>
            <a:ext cx="939000" cy="7905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itle 5"/>
          <p:cNvSpPr>
            <a:spLocks noGrp="1"/>
          </p:cNvSpPr>
          <p:nvPr>
            <p:ph type="title"/>
          </p:nvPr>
        </p:nvSpPr>
        <p:spPr>
          <a:xfrm>
            <a:off x="5349240" y="3688080"/>
            <a:ext cx="3535680" cy="1455420"/>
          </a:xfrm>
        </p:spPr>
        <p:txBody>
          <a:bodyPr/>
          <a:lstStyle/>
          <a:p>
            <a:r>
              <a:rPr lang="en-US" dirty="0" smtClean="0"/>
              <a:t>poetic devices in stanza 2</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8"/>
        <p:cNvGrpSpPr/>
        <p:nvPr/>
      </p:nvGrpSpPr>
      <p:grpSpPr>
        <a:xfrm>
          <a:off x="0" y="0"/>
          <a:ext cx="0" cy="0"/>
          <a:chOff x="0" y="0"/>
          <a:chExt cx="0" cy="0"/>
        </a:xfrm>
      </p:grpSpPr>
      <p:pic>
        <p:nvPicPr>
          <p:cNvPr id="2050" name="Picture 2" descr="Do Tigers Live in the Jungle?"/>
          <p:cNvPicPr>
            <a:picLocks noChangeAspect="1" noChangeArrowheads="1"/>
          </p:cNvPicPr>
          <p:nvPr/>
        </p:nvPicPr>
        <p:blipFill>
          <a:blip r:embed="rId4"/>
          <a:srcRect/>
          <a:stretch>
            <a:fillRect/>
          </a:stretch>
        </p:blipFill>
        <p:spPr bwMode="auto">
          <a:xfrm>
            <a:off x="0" y="0"/>
            <a:ext cx="7391400" cy="5143500"/>
          </a:xfrm>
          <a:prstGeom prst="rect">
            <a:avLst/>
          </a:prstGeom>
          <a:noFill/>
        </p:spPr>
      </p:pic>
      <p:sp>
        <p:nvSpPr>
          <p:cNvPr id="279" name="Google Shape;279;p47"/>
          <p:cNvSpPr/>
          <p:nvPr/>
        </p:nvSpPr>
        <p:spPr>
          <a:xfrm>
            <a:off x="7396225" y="25"/>
            <a:ext cx="1738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7"/>
          <p:cNvSpPr/>
          <p:nvPr/>
        </p:nvSpPr>
        <p:spPr>
          <a:xfrm>
            <a:off x="720000" y="540000"/>
            <a:ext cx="4903560" cy="421488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7"/>
          <p:cNvSpPr txBox="1">
            <a:spLocks noGrp="1"/>
          </p:cNvSpPr>
          <p:nvPr>
            <p:ph type="ctrTitle"/>
          </p:nvPr>
        </p:nvSpPr>
        <p:spPr>
          <a:xfrm>
            <a:off x="1379325" y="4283760"/>
            <a:ext cx="3430200" cy="577800"/>
          </a:xfrm>
          <a:prstGeom prst="rect">
            <a:avLst/>
          </a:prstGeom>
        </p:spPr>
        <p:txBody>
          <a:bodyPr spcFirstLastPara="1" wrap="square" lIns="91425" tIns="91425" rIns="91425" bIns="91425" anchor="b" anchorCtr="0">
            <a:noAutofit/>
          </a:bodyPr>
          <a:lstStyle/>
          <a:p>
            <a:r>
              <a:rPr lang="en-US" sz="2000" dirty="0" smtClean="0"/>
              <a:t>Imagery: </a:t>
            </a:r>
            <a:r>
              <a:rPr lang="en-US" sz="2000" i="1" dirty="0" smtClean="0"/>
              <a:t>"vivid stripes"</a:t>
            </a:r>
            <a:r>
              <a:rPr lang="en-US" sz="2000" dirty="0" smtClean="0"/>
              <a:t>, </a:t>
            </a:r>
            <a:r>
              <a:rPr lang="en-US" sz="2000" i="1" dirty="0" smtClean="0"/>
              <a:t>"pads of velvet quiet"</a:t>
            </a:r>
            <a:r>
              <a:rPr lang="en-US" sz="2000" dirty="0" smtClean="0"/>
              <a:t> (creates a clear mental picture)</a:t>
            </a:r>
            <a:br>
              <a:rPr lang="en-US" sz="2000" dirty="0" smtClean="0"/>
            </a:br>
            <a:r>
              <a:rPr lang="en-US" sz="2000" dirty="0" smtClean="0"/>
              <a:t>Alliteration: </a:t>
            </a:r>
            <a:r>
              <a:rPr lang="en-US" sz="2000" i="1" dirty="0" smtClean="0"/>
              <a:t>"stalks in his stripes"</a:t>
            </a:r>
            <a:r>
              <a:rPr lang="en-US" sz="2000" dirty="0" smtClean="0"/>
              <a:t/>
            </a:r>
            <a:br>
              <a:rPr lang="en-US" sz="2000" dirty="0" smtClean="0"/>
            </a:br>
            <a:r>
              <a:rPr lang="en-US" sz="2000" dirty="0" smtClean="0"/>
              <a:t>Metaphor: </a:t>
            </a:r>
            <a:r>
              <a:rPr lang="en-US" sz="2000" i="1" dirty="0" smtClean="0"/>
              <a:t>"quiet rage"</a:t>
            </a:r>
            <a:r>
              <a:rPr lang="en-US" sz="2000" dirty="0" smtClean="0"/>
              <a:t> (his anger is compared to quietness)</a:t>
            </a:r>
            <a:br>
              <a:rPr lang="en-US" sz="2000" dirty="0" smtClean="0"/>
            </a:br>
            <a:r>
              <a:rPr lang="en-US" sz="2000" dirty="0" smtClean="0"/>
              <a:t>Personification: Tiger is shown as having emotions like "rage".</a:t>
            </a:r>
            <a:br>
              <a:rPr lang="en-US" sz="2000" dirty="0" smtClean="0"/>
            </a:br>
            <a:endParaRPr sz="2000">
              <a:solidFill>
                <a:schemeClr val="lt1"/>
              </a:solidFill>
            </a:endParaRPr>
          </a:p>
        </p:txBody>
      </p:sp>
      <p:sp>
        <p:nvSpPr>
          <p:cNvPr id="282" name="Google Shape;282;p47"/>
          <p:cNvSpPr txBox="1">
            <a:spLocks noGrp="1"/>
          </p:cNvSpPr>
          <p:nvPr>
            <p:ph type="title" idx="2"/>
          </p:nvPr>
        </p:nvSpPr>
        <p:spPr>
          <a:xfrm rot="5400000">
            <a:off x="5977636" y="1745042"/>
            <a:ext cx="4728526" cy="1238442"/>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solidFill>
                  <a:schemeClr val="lt1"/>
                </a:solidFill>
              </a:rPr>
              <a:t>02  STANBZA</a:t>
            </a:r>
            <a:endParaRPr>
              <a:solidFill>
                <a:schemeClr val="lt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151554" name="Picture 2" descr="Jambu Zoo ready to welcome pair of Royal Bengal Tiger - The ..."/>
          <p:cNvPicPr>
            <a:picLocks noChangeAspect="1" noChangeArrowheads="1"/>
          </p:cNvPicPr>
          <p:nvPr/>
        </p:nvPicPr>
        <p:blipFill>
          <a:blip r:embed="rId3"/>
          <a:srcRect/>
          <a:stretch>
            <a:fillRect/>
          </a:stretch>
        </p:blipFill>
        <p:spPr bwMode="auto">
          <a:xfrm>
            <a:off x="1969135" y="487680"/>
            <a:ext cx="6809105" cy="4099878"/>
          </a:xfrm>
          <a:prstGeom prst="rect">
            <a:avLst/>
          </a:prstGeom>
          <a:noFill/>
        </p:spPr>
      </p:pic>
      <p:sp>
        <p:nvSpPr>
          <p:cNvPr id="253" name="Google Shape;253;p44"/>
          <p:cNvSpPr/>
          <p:nvPr/>
        </p:nvSpPr>
        <p:spPr>
          <a:xfrm rot="5400000">
            <a:off x="-752200" y="2013850"/>
            <a:ext cx="4059900" cy="111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4"/>
          <p:cNvSpPr/>
          <p:nvPr/>
        </p:nvSpPr>
        <p:spPr>
          <a:xfrm rot="-5400000" flipH="1">
            <a:off x="3168750" y="1947125"/>
            <a:ext cx="1440300" cy="38814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4"/>
          <p:cNvSpPr txBox="1">
            <a:spLocks noGrp="1"/>
          </p:cNvSpPr>
          <p:nvPr>
            <p:ph type="ctrTitle"/>
          </p:nvPr>
        </p:nvSpPr>
        <p:spPr>
          <a:xfrm rot="-5400000">
            <a:off x="-795406" y="2211455"/>
            <a:ext cx="3792710" cy="897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smtClean="0">
                <a:solidFill>
                  <a:schemeClr val="lt1"/>
                </a:solidFill>
              </a:rPr>
              <a:t>THIRD STANZA</a:t>
            </a:r>
            <a:endParaRPr>
              <a:solidFill>
                <a:schemeClr val="lt1"/>
              </a:solidFill>
            </a:endParaRPr>
          </a:p>
        </p:txBody>
      </p:sp>
      <p:sp>
        <p:nvSpPr>
          <p:cNvPr id="257" name="Google Shape;257;p44"/>
          <p:cNvSpPr txBox="1">
            <a:spLocks noGrp="1"/>
          </p:cNvSpPr>
          <p:nvPr>
            <p:ph type="subTitle" idx="1"/>
          </p:nvPr>
        </p:nvSpPr>
        <p:spPr>
          <a:xfrm>
            <a:off x="2117846" y="3380460"/>
            <a:ext cx="3703833" cy="490500"/>
          </a:xfrm>
          <a:prstGeom prst="rect">
            <a:avLst/>
          </a:prstGeom>
        </p:spPr>
        <p:txBody>
          <a:bodyPr spcFirstLastPara="1" wrap="square" lIns="91425" tIns="91425" rIns="91425" bIns="91425" anchor="t" anchorCtr="0">
            <a:noAutofit/>
          </a:bodyPr>
          <a:lstStyle/>
          <a:p>
            <a:pPr fontAlgn="base"/>
            <a:r>
              <a:rPr lang="en-US" sz="1600" b="1" i="1" dirty="0" smtClean="0"/>
              <a:t>He should be snarling around houses</a:t>
            </a:r>
            <a:endParaRPr lang="en-US" sz="1600" dirty="0" smtClean="0"/>
          </a:p>
          <a:p>
            <a:pPr fontAlgn="base"/>
            <a:r>
              <a:rPr lang="en-US" sz="1600" b="1" i="1" dirty="0" smtClean="0"/>
              <a:t>At the jungle’s edge,</a:t>
            </a:r>
            <a:endParaRPr lang="en-US" sz="1600" dirty="0" smtClean="0"/>
          </a:p>
          <a:p>
            <a:pPr fontAlgn="base"/>
            <a:r>
              <a:rPr lang="en-US" sz="1600" b="1" i="1" dirty="0" smtClean="0"/>
              <a:t>Baring his white fangs, his claws,</a:t>
            </a:r>
            <a:endParaRPr lang="en-US" sz="1600" dirty="0" smtClean="0"/>
          </a:p>
          <a:p>
            <a:pPr fontAlgn="base"/>
            <a:r>
              <a:rPr lang="en-US" sz="1600" b="1" i="1" dirty="0" err="1" smtClean="0"/>
              <a:t>Terrorising</a:t>
            </a:r>
            <a:r>
              <a:rPr lang="en-US" sz="1600" b="1" i="1" dirty="0" smtClean="0"/>
              <a:t> the village!</a:t>
            </a:r>
            <a:endParaRPr lang="en-US" sz="1600" dirty="0" smtClean="0"/>
          </a:p>
          <a:p>
            <a:pPr fontAlgn="base"/>
            <a:endParaRPr sz="1600">
              <a:solidFill>
                <a:schemeClr val="lt1"/>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8"/>
        <p:cNvGrpSpPr/>
        <p:nvPr/>
      </p:nvGrpSpPr>
      <p:grpSpPr>
        <a:xfrm>
          <a:off x="0" y="0"/>
          <a:ext cx="0" cy="0"/>
          <a:chOff x="0" y="0"/>
          <a:chExt cx="0" cy="0"/>
        </a:xfrm>
      </p:grpSpPr>
      <p:pic>
        <p:nvPicPr>
          <p:cNvPr id="90114" name="Picture 2" descr="6+ Thousand Tiger Cage Royalty-Free Images, Stock Photos &amp; Pictures |  Shutterstock"/>
          <p:cNvPicPr>
            <a:picLocks noChangeAspect="1" noChangeArrowheads="1"/>
          </p:cNvPicPr>
          <p:nvPr/>
        </p:nvPicPr>
        <p:blipFill>
          <a:blip r:embed="rId4"/>
          <a:srcRect/>
          <a:stretch>
            <a:fillRect/>
          </a:stretch>
        </p:blipFill>
        <p:spPr bwMode="auto">
          <a:xfrm>
            <a:off x="0" y="0"/>
            <a:ext cx="7452360" cy="5684520"/>
          </a:xfrm>
          <a:prstGeom prst="rect">
            <a:avLst/>
          </a:prstGeom>
          <a:noFill/>
        </p:spPr>
      </p:pic>
      <p:sp>
        <p:nvSpPr>
          <p:cNvPr id="279" name="Google Shape;279;p47"/>
          <p:cNvSpPr/>
          <p:nvPr/>
        </p:nvSpPr>
        <p:spPr>
          <a:xfrm>
            <a:off x="7396225" y="25"/>
            <a:ext cx="1738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7"/>
          <p:cNvSpPr/>
          <p:nvPr/>
        </p:nvSpPr>
        <p:spPr>
          <a:xfrm>
            <a:off x="720000" y="320040"/>
            <a:ext cx="4903560" cy="443484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7"/>
          <p:cNvSpPr txBox="1">
            <a:spLocks noGrp="1"/>
          </p:cNvSpPr>
          <p:nvPr>
            <p:ph type="ctrTitle"/>
          </p:nvPr>
        </p:nvSpPr>
        <p:spPr>
          <a:xfrm>
            <a:off x="1745085" y="4207560"/>
            <a:ext cx="3430200" cy="577800"/>
          </a:xfrm>
          <a:prstGeom prst="rect">
            <a:avLst/>
          </a:prstGeom>
        </p:spPr>
        <p:txBody>
          <a:bodyPr spcFirstLastPara="1" wrap="square" lIns="91425" tIns="91425" rIns="91425" bIns="91425" anchor="b" anchorCtr="0">
            <a:noAutofit/>
          </a:bodyPr>
          <a:lstStyle/>
          <a:p>
            <a:r>
              <a:rPr lang="en-US" sz="2200" dirty="0" smtClean="0"/>
              <a:t> According to the poet, if the tiger had been free, he would have snarled around the houses on the outskirts of the forest. With his razor-sharp teeth and claws, he would </a:t>
            </a:r>
            <a:r>
              <a:rPr lang="en-US" sz="2200" dirty="0" err="1" smtClean="0"/>
              <a:t>terrorise</a:t>
            </a:r>
            <a:r>
              <a:rPr lang="en-US" sz="2200" dirty="0" smtClean="0"/>
              <a:t> people. The people living in the villages would be terrified.</a:t>
            </a:r>
            <a:endParaRPr sz="2200">
              <a:solidFill>
                <a:schemeClr val="lt1"/>
              </a:solidFill>
            </a:endParaRPr>
          </a:p>
        </p:txBody>
      </p:sp>
      <p:sp>
        <p:nvSpPr>
          <p:cNvPr id="282" name="Google Shape;282;p47"/>
          <p:cNvSpPr txBox="1">
            <a:spLocks noGrp="1"/>
          </p:cNvSpPr>
          <p:nvPr>
            <p:ph type="title" idx="2"/>
          </p:nvPr>
        </p:nvSpPr>
        <p:spPr>
          <a:xfrm rot="5400000">
            <a:off x="5977636" y="1745042"/>
            <a:ext cx="4728526" cy="1238442"/>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solidFill>
                  <a:schemeClr val="lt1"/>
                </a:solidFill>
              </a:rPr>
              <a:t>03  STANBZA</a:t>
            </a:r>
            <a:endParaRPr>
              <a:solidFill>
                <a:schemeClr val="lt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0"/>
        <p:cNvGrpSpPr/>
        <p:nvPr/>
      </p:nvGrpSpPr>
      <p:grpSpPr>
        <a:xfrm>
          <a:off x="0" y="0"/>
          <a:ext cx="0" cy="0"/>
          <a:chOff x="0" y="0"/>
          <a:chExt cx="0" cy="0"/>
        </a:xfrm>
      </p:grpSpPr>
      <p:pic>
        <p:nvPicPr>
          <p:cNvPr id="159746" name="Picture 2" descr="Facts About Tigers' Habitat | Teaching Wiki - Twinkl"/>
          <p:cNvPicPr>
            <a:picLocks noChangeAspect="1" noChangeArrowheads="1"/>
          </p:cNvPicPr>
          <p:nvPr/>
        </p:nvPicPr>
        <p:blipFill>
          <a:blip r:embed="rId4"/>
          <a:srcRect/>
          <a:stretch>
            <a:fillRect/>
          </a:stretch>
        </p:blipFill>
        <p:spPr bwMode="auto">
          <a:xfrm>
            <a:off x="0" y="0"/>
            <a:ext cx="9144000" cy="5143500"/>
          </a:xfrm>
          <a:prstGeom prst="rect">
            <a:avLst/>
          </a:prstGeom>
          <a:noFill/>
        </p:spPr>
      </p:pic>
      <p:sp>
        <p:nvSpPr>
          <p:cNvPr id="271" name="Google Shape;271;p46"/>
          <p:cNvSpPr/>
          <p:nvPr/>
        </p:nvSpPr>
        <p:spPr>
          <a:xfrm rot="-5400000" flipH="1">
            <a:off x="6267453" y="2465072"/>
            <a:ext cx="1348739" cy="400812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6"/>
          <p:cNvSpPr/>
          <p:nvPr/>
        </p:nvSpPr>
        <p:spPr>
          <a:xfrm rot="-5400000" flipH="1">
            <a:off x="593250" y="3993775"/>
            <a:ext cx="556500" cy="17430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6"/>
          <p:cNvSpPr/>
          <p:nvPr/>
        </p:nvSpPr>
        <p:spPr>
          <a:xfrm rot="-5400000" flipH="1">
            <a:off x="8279175" y="74250"/>
            <a:ext cx="939000" cy="7905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itle 5"/>
          <p:cNvSpPr>
            <a:spLocks noGrp="1"/>
          </p:cNvSpPr>
          <p:nvPr>
            <p:ph type="title"/>
          </p:nvPr>
        </p:nvSpPr>
        <p:spPr>
          <a:xfrm>
            <a:off x="5349240" y="3688080"/>
            <a:ext cx="3535680" cy="1455420"/>
          </a:xfrm>
        </p:spPr>
        <p:txBody>
          <a:bodyPr/>
          <a:lstStyle/>
          <a:p>
            <a:r>
              <a:rPr lang="en-US" dirty="0" smtClean="0"/>
              <a:t>poetic devices in stanza 3</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8"/>
        <p:cNvGrpSpPr/>
        <p:nvPr/>
      </p:nvGrpSpPr>
      <p:grpSpPr>
        <a:xfrm>
          <a:off x="0" y="0"/>
          <a:ext cx="0" cy="0"/>
          <a:chOff x="0" y="0"/>
          <a:chExt cx="0" cy="0"/>
        </a:xfrm>
      </p:grpSpPr>
      <p:sp>
        <p:nvSpPr>
          <p:cNvPr id="279" name="Google Shape;279;p47"/>
          <p:cNvSpPr/>
          <p:nvPr/>
        </p:nvSpPr>
        <p:spPr>
          <a:xfrm>
            <a:off x="7360920" y="0"/>
            <a:ext cx="1783079"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7"/>
          <p:cNvSpPr/>
          <p:nvPr/>
        </p:nvSpPr>
        <p:spPr>
          <a:xfrm>
            <a:off x="720000" y="540000"/>
            <a:ext cx="4903560" cy="421488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7"/>
          <p:cNvSpPr txBox="1">
            <a:spLocks noGrp="1"/>
          </p:cNvSpPr>
          <p:nvPr>
            <p:ph type="ctrTitle"/>
          </p:nvPr>
        </p:nvSpPr>
        <p:spPr>
          <a:xfrm>
            <a:off x="1379325" y="4283760"/>
            <a:ext cx="3430200" cy="577800"/>
          </a:xfrm>
          <a:prstGeom prst="rect">
            <a:avLst/>
          </a:prstGeom>
        </p:spPr>
        <p:txBody>
          <a:bodyPr spcFirstLastPara="1" wrap="square" lIns="91425" tIns="91425" rIns="91425" bIns="91425" anchor="b" anchorCtr="0">
            <a:noAutofit/>
          </a:bodyPr>
          <a:lstStyle/>
          <a:p>
            <a:r>
              <a:rPr lang="en-US" sz="2000" dirty="0" smtClean="0"/>
              <a:t>Imagery: </a:t>
            </a:r>
            <a:r>
              <a:rPr lang="en-US" sz="2000" i="1" dirty="0" smtClean="0"/>
              <a:t>"baring his white fangs"</a:t>
            </a:r>
            <a:r>
              <a:rPr lang="en-US" sz="2000" dirty="0" smtClean="0"/>
              <a:t>, </a:t>
            </a:r>
            <a:r>
              <a:rPr lang="en-US" sz="2000" i="1" dirty="0" smtClean="0"/>
              <a:t>"</a:t>
            </a:r>
            <a:r>
              <a:rPr lang="en-US" sz="2000" i="1" dirty="0" err="1" smtClean="0"/>
              <a:t>terrorising</a:t>
            </a:r>
            <a:r>
              <a:rPr lang="en-US" sz="2000" i="1" dirty="0" smtClean="0"/>
              <a:t> the village"</a:t>
            </a:r>
            <a:r>
              <a:rPr lang="en-US" sz="2000" dirty="0" smtClean="0"/>
              <a:t/>
            </a:r>
            <a:br>
              <a:rPr lang="en-US" sz="2000" dirty="0" smtClean="0"/>
            </a:br>
            <a:r>
              <a:rPr lang="en-US" sz="2000" dirty="0" smtClean="0"/>
              <a:t>Alliteration: </a:t>
            </a:r>
            <a:r>
              <a:rPr lang="en-US" sz="2000" i="1" dirty="0" smtClean="0"/>
              <a:t>"his white"</a:t>
            </a:r>
            <a:r>
              <a:rPr lang="en-US" sz="2000" dirty="0" smtClean="0"/>
              <a:t> (h-sound), </a:t>
            </a:r>
            <a:r>
              <a:rPr lang="en-US" sz="2000" i="1" dirty="0" smtClean="0"/>
              <a:t>"fangs, his claws"</a:t>
            </a:r>
            <a:r>
              <a:rPr lang="en-US" sz="2000" dirty="0" smtClean="0"/>
              <a:t/>
            </a:r>
            <a:br>
              <a:rPr lang="en-US" sz="2000" dirty="0" smtClean="0"/>
            </a:br>
            <a:r>
              <a:rPr lang="en-US" sz="2000" dirty="0" smtClean="0"/>
              <a:t>Personification: Tiger "</a:t>
            </a:r>
            <a:r>
              <a:rPr lang="en-US" sz="2000" dirty="0" err="1" smtClean="0"/>
              <a:t>terrorising</a:t>
            </a:r>
            <a:r>
              <a:rPr lang="en-US" sz="2000" dirty="0" smtClean="0"/>
              <a:t>" humans gives him human-like intent.</a:t>
            </a:r>
            <a:br>
              <a:rPr lang="en-US" sz="2000" dirty="0" smtClean="0"/>
            </a:br>
            <a:r>
              <a:rPr lang="en-US" sz="2000" dirty="0" smtClean="0"/>
              <a:t>Enjambment: Sentences continue across lines.</a:t>
            </a:r>
            <a:br>
              <a:rPr lang="en-US" sz="2000" dirty="0" smtClean="0"/>
            </a:br>
            <a:endParaRPr sz="2000">
              <a:solidFill>
                <a:schemeClr val="lt1"/>
              </a:solidFill>
            </a:endParaRPr>
          </a:p>
        </p:txBody>
      </p:sp>
      <p:sp>
        <p:nvSpPr>
          <p:cNvPr id="157698" name="AutoShape 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0" name="AutoShape 4" descr="Tigers - Natural World Safaris"/>
          <p:cNvSpPr>
            <a:spLocks noGrp="1" noChangeAspect="1" noChangeArrowheads="1"/>
          </p:cNvSpPr>
          <p:nvPr>
            <p:ph type="title" idx="2"/>
          </p:nvPr>
        </p:nvSpPr>
        <p:spPr bwMode="auto">
          <a:xfrm rot="5400000">
            <a:off x="7146131" y="2608898"/>
            <a:ext cx="3417888" cy="577850"/>
          </a:xfrm>
          <a:prstGeom prst="rect">
            <a:avLst/>
          </a:prstGeom>
          <a:noFill/>
        </p:spPr>
        <p:txBody>
          <a:bodyPr vert="horz" wrap="square" lIns="91440" tIns="45720" rIns="91440" bIns="45720" numCol="1" anchor="t" anchorCtr="0" compatLnSpc="1">
            <a:prstTxWarp prst="textNoShape">
              <a:avLst/>
            </a:prstTxWarp>
          </a:bodyPr>
          <a:lstStyle/>
          <a:p>
            <a:r>
              <a:rPr lang="en-IN" dirty="0" smtClean="0"/>
              <a:t>03 STANZA</a:t>
            </a:r>
            <a:endParaRPr lang="en-US" dirty="0"/>
          </a:p>
        </p:txBody>
      </p:sp>
      <p:sp>
        <p:nvSpPr>
          <p:cNvPr id="157702" name="AutoShape 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4" name="AutoShape 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6" name="AutoShape 1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8" name="AutoShape 1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0" name="AutoShape 1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2" name="AutoShape 1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4" name="AutoShape 1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6" name="AutoShape 2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8" name="AutoShape 2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0" name="AutoShape 2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2" name="AutoShape 2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4" name="AutoShape 2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6" name="AutoShape 3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8" name="AutoShape 3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0" name="AutoShape 3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2" name="AutoShape 3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4" name="AutoShape 3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6" name="AutoShape 4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8" name="AutoShape 4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0" name="AutoShape 4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2" name="AutoShape 4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4" name="AutoShape 4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6" name="AutoShape 5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8" name="AutoShape 5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0" name="AutoShape 5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2" name="AutoShape 5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4" name="AutoShape 5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6" name="AutoShape 6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8" name="AutoShape 6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0" name="AutoShape 6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2" name="AutoShape 6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4" name="AutoShape 6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6" name="AutoShape 7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8" name="AutoShape 7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0" name="AutoShape 7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2" name="AutoShape 7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4" name="AutoShape 7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6" name="AutoShape 8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8" name="AutoShape 8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0" name="AutoShape 8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2" name="AutoShape 8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4" name="AutoShape 8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6" name="AutoShape 9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8" name="AutoShape 9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0" name="AutoShape 9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2" name="AutoShape 9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4" name="AutoShape 9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6" name="AutoShape 10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8" name="AutoShape 10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0" name="AutoShape 10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2" name="AutoShape 10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4" name="AutoShape 10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6" name="AutoShape 11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8" name="AutoShape 11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0" name="AutoShape 11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2" name="AutoShape 11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4" name="AutoShape 11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6" name="AutoShape 12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8" name="AutoShape 12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0" name="AutoShape 12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2" name="AutoShape 12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4" name="AutoShape 12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6" name="AutoShape 13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8" name="AutoShape 13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0" name="AutoShape 13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2" name="AutoShape 13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4" name="AutoShape 13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6" name="AutoShape 14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8" name="AutoShape 14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0" name="AutoShape 14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2" name="AutoShape 14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4" name="AutoShape 14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6" name="AutoShape 15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8" name="AutoShape 15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0" name="AutoShape 15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2" name="AutoShape 15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4" name="AutoShape 15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6" name="AutoShape 16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8" name="AutoShape 16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0" name="AutoShape 16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2" name="AutoShape 16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4" name="AutoShape 16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6" name="AutoShape 17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8" name="AutoShape 17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0" name="AutoShape 17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2" name="AutoShape 17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4" name="AutoShape 17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6" name="AutoShape 18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151554" name="Picture 2" descr="Jambu Zoo ready to welcome pair of Royal Bengal Tiger - The ..."/>
          <p:cNvPicPr>
            <a:picLocks noChangeAspect="1" noChangeArrowheads="1"/>
          </p:cNvPicPr>
          <p:nvPr/>
        </p:nvPicPr>
        <p:blipFill>
          <a:blip r:embed="rId3"/>
          <a:srcRect/>
          <a:stretch>
            <a:fillRect/>
          </a:stretch>
        </p:blipFill>
        <p:spPr bwMode="auto">
          <a:xfrm>
            <a:off x="1969135" y="487680"/>
            <a:ext cx="6809105" cy="4099878"/>
          </a:xfrm>
          <a:prstGeom prst="rect">
            <a:avLst/>
          </a:prstGeom>
          <a:noFill/>
        </p:spPr>
      </p:pic>
      <p:sp>
        <p:nvSpPr>
          <p:cNvPr id="253" name="Google Shape;253;p44"/>
          <p:cNvSpPr/>
          <p:nvPr/>
        </p:nvSpPr>
        <p:spPr>
          <a:xfrm rot="5400000">
            <a:off x="-752200" y="2013850"/>
            <a:ext cx="4059900" cy="111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4"/>
          <p:cNvSpPr/>
          <p:nvPr/>
        </p:nvSpPr>
        <p:spPr>
          <a:xfrm rot="-5400000" flipH="1">
            <a:off x="3168750" y="1947125"/>
            <a:ext cx="1440300" cy="38814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4"/>
          <p:cNvSpPr txBox="1">
            <a:spLocks noGrp="1"/>
          </p:cNvSpPr>
          <p:nvPr>
            <p:ph type="ctrTitle"/>
          </p:nvPr>
        </p:nvSpPr>
        <p:spPr>
          <a:xfrm rot="-5400000">
            <a:off x="-795406" y="2211455"/>
            <a:ext cx="3792710" cy="897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dirty="0" smtClean="0">
                <a:solidFill>
                  <a:schemeClr val="lt1"/>
                </a:solidFill>
              </a:rPr>
              <a:t>F</a:t>
            </a:r>
            <a:r>
              <a:rPr lang="en" dirty="0" smtClean="0">
                <a:solidFill>
                  <a:schemeClr val="lt1"/>
                </a:solidFill>
              </a:rPr>
              <a:t>ourth STANZA</a:t>
            </a:r>
            <a:endParaRPr>
              <a:solidFill>
                <a:schemeClr val="lt1"/>
              </a:solidFill>
            </a:endParaRPr>
          </a:p>
        </p:txBody>
      </p:sp>
      <p:sp>
        <p:nvSpPr>
          <p:cNvPr id="257" name="Google Shape;257;p44"/>
          <p:cNvSpPr txBox="1">
            <a:spLocks noGrp="1"/>
          </p:cNvSpPr>
          <p:nvPr>
            <p:ph type="subTitle" idx="1"/>
          </p:nvPr>
        </p:nvSpPr>
        <p:spPr>
          <a:xfrm>
            <a:off x="2117846" y="3380460"/>
            <a:ext cx="3703833" cy="490500"/>
          </a:xfrm>
          <a:prstGeom prst="rect">
            <a:avLst/>
          </a:prstGeom>
        </p:spPr>
        <p:txBody>
          <a:bodyPr spcFirstLastPara="1" wrap="square" lIns="91425" tIns="91425" rIns="91425" bIns="91425" anchor="t" anchorCtr="0">
            <a:noAutofit/>
          </a:bodyPr>
          <a:lstStyle/>
          <a:p>
            <a:pPr fontAlgn="base"/>
            <a:r>
              <a:rPr lang="en-US" sz="1800" i="1" dirty="0" smtClean="0"/>
              <a:t>But he’s locked in a concrete cell,</a:t>
            </a:r>
            <a:endParaRPr lang="en-US" sz="1800" dirty="0" smtClean="0"/>
          </a:p>
          <a:p>
            <a:pPr fontAlgn="base"/>
            <a:r>
              <a:rPr lang="en-US" sz="1800" i="1" dirty="0" smtClean="0"/>
              <a:t>His strength behind bars,</a:t>
            </a:r>
            <a:endParaRPr lang="en-US" sz="1800" dirty="0" smtClean="0"/>
          </a:p>
          <a:p>
            <a:pPr fontAlgn="base"/>
            <a:r>
              <a:rPr lang="en-US" sz="1800" i="1" dirty="0" smtClean="0"/>
              <a:t>Stalking the length of his cage,</a:t>
            </a:r>
            <a:endParaRPr lang="en-US" sz="1800" dirty="0" smtClean="0"/>
          </a:p>
          <a:p>
            <a:pPr fontAlgn="base"/>
            <a:r>
              <a:rPr lang="en-US" sz="1800" i="1" dirty="0" smtClean="0"/>
              <a:t>Ignoring visitors.</a:t>
            </a:r>
            <a:endParaRPr lang="en-US" sz="1800" dirty="0" smtClean="0"/>
          </a:p>
          <a:p>
            <a:pPr fontAlgn="base"/>
            <a:endParaRPr sz="1800">
              <a:solidFill>
                <a:schemeClr val="lt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8"/>
        <p:cNvGrpSpPr/>
        <p:nvPr/>
      </p:nvGrpSpPr>
      <p:grpSpPr>
        <a:xfrm>
          <a:off x="0" y="0"/>
          <a:ext cx="0" cy="0"/>
          <a:chOff x="0" y="0"/>
          <a:chExt cx="0" cy="0"/>
        </a:xfrm>
      </p:grpSpPr>
      <p:pic>
        <p:nvPicPr>
          <p:cNvPr id="153602" name="Picture 2" descr="920+ Tiger Cage Stock Photos, Pictures &amp; Royalty-Free Images - iStock |  Tiger cage zoo"/>
          <p:cNvPicPr>
            <a:picLocks noChangeAspect="1" noChangeArrowheads="1"/>
          </p:cNvPicPr>
          <p:nvPr/>
        </p:nvPicPr>
        <p:blipFill>
          <a:blip r:embed="rId4"/>
          <a:srcRect/>
          <a:stretch>
            <a:fillRect/>
          </a:stretch>
        </p:blipFill>
        <p:spPr bwMode="auto">
          <a:xfrm>
            <a:off x="0" y="0"/>
            <a:ext cx="7437119" cy="5143500"/>
          </a:xfrm>
          <a:prstGeom prst="rect">
            <a:avLst/>
          </a:prstGeom>
          <a:noFill/>
        </p:spPr>
      </p:pic>
      <p:sp>
        <p:nvSpPr>
          <p:cNvPr id="279" name="Google Shape;279;p47"/>
          <p:cNvSpPr/>
          <p:nvPr/>
        </p:nvSpPr>
        <p:spPr>
          <a:xfrm>
            <a:off x="7396225" y="25"/>
            <a:ext cx="1738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7"/>
          <p:cNvSpPr/>
          <p:nvPr/>
        </p:nvSpPr>
        <p:spPr>
          <a:xfrm>
            <a:off x="0" y="0"/>
            <a:ext cx="5623560" cy="475488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7"/>
          <p:cNvSpPr txBox="1">
            <a:spLocks noGrp="1"/>
          </p:cNvSpPr>
          <p:nvPr>
            <p:ph type="ctrTitle"/>
          </p:nvPr>
        </p:nvSpPr>
        <p:spPr>
          <a:xfrm>
            <a:off x="1" y="4495800"/>
            <a:ext cx="5175284" cy="396240"/>
          </a:xfrm>
          <a:prstGeom prst="rect">
            <a:avLst/>
          </a:prstGeom>
        </p:spPr>
        <p:txBody>
          <a:bodyPr spcFirstLastPara="1" wrap="square" lIns="91425" tIns="91425" rIns="91425" bIns="91425" anchor="b" anchorCtr="0">
            <a:noAutofit/>
          </a:bodyPr>
          <a:lstStyle/>
          <a:p>
            <a:r>
              <a:rPr lang="en-US" sz="2400" b="0" dirty="0" smtClean="0"/>
              <a:t>The poet has arrived at the reality of the tiger inside the cage. He claims that the tiger is imprisoned in a strong cell made of strong building material. He goes on to say that because the tiger is imprisoned, his ferocity is also imprisoned. He just stalks around in the cage. Because his power is limited by the cage, he never tries to </a:t>
            </a:r>
            <a:r>
              <a:rPr lang="en-US" sz="2400" b="0" dirty="0" err="1" smtClean="0"/>
              <a:t>terrorise</a:t>
            </a:r>
            <a:r>
              <a:rPr lang="en-US" sz="2400" b="0" dirty="0" smtClean="0"/>
              <a:t> the visitors. As a result, he never attempts to </a:t>
            </a:r>
            <a:r>
              <a:rPr lang="en-US" sz="2400" b="0" dirty="0" err="1" smtClean="0"/>
              <a:t>terrorise</a:t>
            </a:r>
            <a:r>
              <a:rPr lang="en-US" sz="2400" b="0" dirty="0" smtClean="0"/>
              <a:t> the visitors because he cannot attack them.</a:t>
            </a:r>
            <a:endParaRPr sz="2200">
              <a:solidFill>
                <a:schemeClr val="lt1"/>
              </a:solidFill>
            </a:endParaRPr>
          </a:p>
        </p:txBody>
      </p:sp>
      <p:sp>
        <p:nvSpPr>
          <p:cNvPr id="282" name="Google Shape;282;p47"/>
          <p:cNvSpPr txBox="1">
            <a:spLocks noGrp="1"/>
          </p:cNvSpPr>
          <p:nvPr>
            <p:ph type="title" idx="2"/>
          </p:nvPr>
        </p:nvSpPr>
        <p:spPr>
          <a:xfrm rot="5400000">
            <a:off x="5977636" y="1745042"/>
            <a:ext cx="4728526" cy="1238442"/>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solidFill>
                  <a:schemeClr val="lt1"/>
                </a:solidFill>
              </a:rPr>
              <a:t>04  STANBZA</a:t>
            </a:r>
            <a:endParaRPr>
              <a:solidFill>
                <a:schemeClr val="lt1"/>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0"/>
        <p:cNvGrpSpPr/>
        <p:nvPr/>
      </p:nvGrpSpPr>
      <p:grpSpPr>
        <a:xfrm>
          <a:off x="0" y="0"/>
          <a:ext cx="0" cy="0"/>
          <a:chOff x="0" y="0"/>
          <a:chExt cx="0" cy="0"/>
        </a:xfrm>
      </p:grpSpPr>
      <p:pic>
        <p:nvPicPr>
          <p:cNvPr id="159746" name="Picture 2" descr="Facts About Tigers' Habitat | Teaching Wiki - Twinkl"/>
          <p:cNvPicPr>
            <a:picLocks noChangeAspect="1" noChangeArrowheads="1"/>
          </p:cNvPicPr>
          <p:nvPr/>
        </p:nvPicPr>
        <p:blipFill>
          <a:blip r:embed="rId4"/>
          <a:srcRect/>
          <a:stretch>
            <a:fillRect/>
          </a:stretch>
        </p:blipFill>
        <p:spPr bwMode="auto">
          <a:xfrm>
            <a:off x="0" y="0"/>
            <a:ext cx="9144000" cy="5143500"/>
          </a:xfrm>
          <a:prstGeom prst="rect">
            <a:avLst/>
          </a:prstGeom>
          <a:noFill/>
        </p:spPr>
      </p:pic>
      <p:sp>
        <p:nvSpPr>
          <p:cNvPr id="271" name="Google Shape;271;p46"/>
          <p:cNvSpPr/>
          <p:nvPr/>
        </p:nvSpPr>
        <p:spPr>
          <a:xfrm rot="-5400000" flipH="1">
            <a:off x="6267453" y="2465072"/>
            <a:ext cx="1348739" cy="400812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6"/>
          <p:cNvSpPr/>
          <p:nvPr/>
        </p:nvSpPr>
        <p:spPr>
          <a:xfrm rot="-5400000" flipH="1">
            <a:off x="593250" y="3993775"/>
            <a:ext cx="556500" cy="17430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6"/>
          <p:cNvSpPr/>
          <p:nvPr/>
        </p:nvSpPr>
        <p:spPr>
          <a:xfrm rot="-5400000" flipH="1">
            <a:off x="8279175" y="74250"/>
            <a:ext cx="939000" cy="7905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itle 5"/>
          <p:cNvSpPr>
            <a:spLocks noGrp="1"/>
          </p:cNvSpPr>
          <p:nvPr>
            <p:ph type="title"/>
          </p:nvPr>
        </p:nvSpPr>
        <p:spPr>
          <a:xfrm>
            <a:off x="5349240" y="3688080"/>
            <a:ext cx="3535680" cy="1455420"/>
          </a:xfrm>
        </p:spPr>
        <p:txBody>
          <a:bodyPr/>
          <a:lstStyle/>
          <a:p>
            <a:r>
              <a:rPr lang="en-US" dirty="0" smtClean="0"/>
              <a:t>poetic devices in stanza 4</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8"/>
        <p:cNvGrpSpPr/>
        <p:nvPr/>
      </p:nvGrpSpPr>
      <p:grpSpPr>
        <a:xfrm>
          <a:off x="0" y="0"/>
          <a:ext cx="0" cy="0"/>
          <a:chOff x="0" y="0"/>
          <a:chExt cx="0" cy="0"/>
        </a:xfrm>
      </p:grpSpPr>
      <p:sp>
        <p:nvSpPr>
          <p:cNvPr id="279" name="Google Shape;279;p47"/>
          <p:cNvSpPr/>
          <p:nvPr/>
        </p:nvSpPr>
        <p:spPr>
          <a:xfrm>
            <a:off x="7360920" y="0"/>
            <a:ext cx="1783079"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7"/>
          <p:cNvSpPr/>
          <p:nvPr/>
        </p:nvSpPr>
        <p:spPr>
          <a:xfrm>
            <a:off x="720000" y="540000"/>
            <a:ext cx="4903560" cy="421488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7"/>
          <p:cNvSpPr txBox="1">
            <a:spLocks noGrp="1"/>
          </p:cNvSpPr>
          <p:nvPr>
            <p:ph type="ctrTitle"/>
          </p:nvPr>
        </p:nvSpPr>
        <p:spPr>
          <a:xfrm>
            <a:off x="1379325" y="4283760"/>
            <a:ext cx="3430200" cy="577800"/>
          </a:xfrm>
          <a:prstGeom prst="rect">
            <a:avLst/>
          </a:prstGeom>
        </p:spPr>
        <p:txBody>
          <a:bodyPr spcFirstLastPara="1" wrap="square" lIns="91425" tIns="91425" rIns="91425" bIns="91425" anchor="b" anchorCtr="0">
            <a:noAutofit/>
          </a:bodyPr>
          <a:lstStyle/>
          <a:p>
            <a:r>
              <a:rPr lang="en-US" sz="2000" dirty="0" smtClean="0"/>
              <a:t>Metaphor: </a:t>
            </a:r>
            <a:r>
              <a:rPr lang="en-US" sz="2000" i="1" dirty="0" smtClean="0"/>
              <a:t>"His strength behind bars"</a:t>
            </a:r>
            <a:r>
              <a:rPr lang="en-US" sz="2000" dirty="0" smtClean="0"/>
              <a:t> – strength symbolizes lost freedom.</a:t>
            </a:r>
            <a:br>
              <a:rPr lang="en-US" sz="2000" dirty="0" smtClean="0"/>
            </a:br>
            <a:r>
              <a:rPr lang="en-US" sz="2000" dirty="0" smtClean="0"/>
              <a:t>Imagery: </a:t>
            </a:r>
            <a:r>
              <a:rPr lang="en-US" sz="2000" i="1" dirty="0" smtClean="0"/>
              <a:t>"concrete cell"</a:t>
            </a:r>
            <a:r>
              <a:rPr lang="en-US" sz="2000" dirty="0" smtClean="0"/>
              <a:t> and </a:t>
            </a:r>
            <a:r>
              <a:rPr lang="en-US" sz="2000" i="1" dirty="0" smtClean="0"/>
              <a:t>"stalking the length of his cage"</a:t>
            </a:r>
            <a:r>
              <a:rPr lang="en-US" sz="2000" dirty="0" smtClean="0"/>
              <a:t/>
            </a:r>
            <a:br>
              <a:rPr lang="en-US" sz="2000" dirty="0" smtClean="0"/>
            </a:br>
            <a:r>
              <a:rPr lang="en-US" sz="2000" dirty="0" smtClean="0"/>
              <a:t>Alliteration: </a:t>
            </a:r>
            <a:r>
              <a:rPr lang="en-US" sz="2000" i="1" dirty="0" smtClean="0"/>
              <a:t>"behind bars"</a:t>
            </a:r>
            <a:r>
              <a:rPr lang="en-US" sz="2000" dirty="0" smtClean="0"/>
              <a:t> (b-sound)</a:t>
            </a:r>
            <a:br>
              <a:rPr lang="en-US" sz="2000" dirty="0" smtClean="0"/>
            </a:br>
            <a:r>
              <a:rPr lang="en-US" sz="2000" dirty="0" smtClean="0"/>
              <a:t>Contrast: His present reality </a:t>
            </a:r>
            <a:r>
              <a:rPr lang="en-US" sz="2000" dirty="0" err="1" smtClean="0"/>
              <a:t>vs</a:t>
            </a:r>
            <a:r>
              <a:rPr lang="en-US" sz="2000" dirty="0" smtClean="0"/>
              <a:t> his natural habitat.</a:t>
            </a:r>
            <a:br>
              <a:rPr lang="en-US" sz="2000" dirty="0" smtClean="0"/>
            </a:br>
            <a:endParaRPr sz="2000">
              <a:solidFill>
                <a:schemeClr val="lt1"/>
              </a:solidFill>
            </a:endParaRPr>
          </a:p>
        </p:txBody>
      </p:sp>
      <p:sp>
        <p:nvSpPr>
          <p:cNvPr id="157698" name="AutoShape 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0" name="AutoShape 4" descr="Tigers - Natural World Safaris"/>
          <p:cNvSpPr>
            <a:spLocks noGrp="1" noChangeAspect="1" noChangeArrowheads="1"/>
          </p:cNvSpPr>
          <p:nvPr>
            <p:ph type="title" idx="2"/>
          </p:nvPr>
        </p:nvSpPr>
        <p:spPr bwMode="auto">
          <a:xfrm rot="5400000">
            <a:off x="7146131" y="2608898"/>
            <a:ext cx="3417888" cy="577850"/>
          </a:xfrm>
          <a:prstGeom prst="rect">
            <a:avLst/>
          </a:prstGeom>
          <a:noFill/>
        </p:spPr>
        <p:txBody>
          <a:bodyPr vert="horz" wrap="square" lIns="91440" tIns="45720" rIns="91440" bIns="45720" numCol="1" anchor="t" anchorCtr="0" compatLnSpc="1">
            <a:prstTxWarp prst="textNoShape">
              <a:avLst/>
            </a:prstTxWarp>
          </a:bodyPr>
          <a:lstStyle/>
          <a:p>
            <a:r>
              <a:rPr lang="en-IN" dirty="0" smtClean="0"/>
              <a:t>04 STANZA</a:t>
            </a:r>
            <a:endParaRPr lang="en-US" dirty="0"/>
          </a:p>
        </p:txBody>
      </p:sp>
      <p:sp>
        <p:nvSpPr>
          <p:cNvPr id="157702" name="AutoShape 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4" name="AutoShape 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6" name="AutoShape 1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8" name="AutoShape 1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0" name="AutoShape 1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2" name="AutoShape 1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4" name="AutoShape 1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6" name="AutoShape 2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8" name="AutoShape 2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0" name="AutoShape 2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2" name="AutoShape 2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4" name="AutoShape 2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6" name="AutoShape 3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8" name="AutoShape 3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0" name="AutoShape 3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2" name="AutoShape 3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4" name="AutoShape 3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6" name="AutoShape 4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8" name="AutoShape 4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0" name="AutoShape 4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2" name="AutoShape 4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4" name="AutoShape 4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6" name="AutoShape 5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8" name="AutoShape 5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0" name="AutoShape 5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2" name="AutoShape 5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4" name="AutoShape 5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6" name="AutoShape 6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8" name="AutoShape 6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0" name="AutoShape 6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2" name="AutoShape 6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4" name="AutoShape 6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6" name="AutoShape 7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8" name="AutoShape 7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0" name="AutoShape 7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2" name="AutoShape 7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4" name="AutoShape 7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6" name="AutoShape 8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8" name="AutoShape 8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0" name="AutoShape 8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2" name="AutoShape 8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4" name="AutoShape 8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6" name="AutoShape 9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8" name="AutoShape 9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0" name="AutoShape 9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2" name="AutoShape 9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4" name="AutoShape 9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6" name="AutoShape 10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8" name="AutoShape 10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0" name="AutoShape 10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2" name="AutoShape 10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4" name="AutoShape 10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6" name="AutoShape 11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8" name="AutoShape 11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0" name="AutoShape 11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2" name="AutoShape 11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4" name="AutoShape 11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6" name="AutoShape 12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8" name="AutoShape 12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0" name="AutoShape 12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2" name="AutoShape 12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4" name="AutoShape 12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6" name="AutoShape 13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8" name="AutoShape 13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0" name="AutoShape 13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2" name="AutoShape 13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4" name="AutoShape 13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6" name="AutoShape 14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8" name="AutoShape 14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0" name="AutoShape 14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2" name="AutoShape 14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4" name="AutoShape 14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6" name="AutoShape 15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8" name="AutoShape 15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0" name="AutoShape 15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2" name="AutoShape 15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4" name="AutoShape 15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6" name="AutoShape 16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8" name="AutoShape 16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0" name="AutoShape 16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2" name="AutoShape 16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4" name="AutoShape 16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6" name="AutoShape 17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8" name="AutoShape 17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0" name="AutoShape 17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2" name="AutoShape 17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4" name="AutoShape 17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6" name="AutoShape 18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167938" name="Picture 2" descr="Tiger Sleeping Tiger Zoo Stock Photo 2297079421 | Shutterstock"/>
          <p:cNvPicPr>
            <a:picLocks noChangeAspect="1" noChangeArrowheads="1"/>
          </p:cNvPicPr>
          <p:nvPr/>
        </p:nvPicPr>
        <p:blipFill>
          <a:blip r:embed="rId3"/>
          <a:srcRect/>
          <a:stretch>
            <a:fillRect/>
          </a:stretch>
        </p:blipFill>
        <p:spPr bwMode="auto">
          <a:xfrm>
            <a:off x="1" y="0"/>
            <a:ext cx="9144000" cy="5549462"/>
          </a:xfrm>
          <a:prstGeom prst="rect">
            <a:avLst/>
          </a:prstGeom>
          <a:noFill/>
        </p:spPr>
      </p:pic>
      <p:sp>
        <p:nvSpPr>
          <p:cNvPr id="253" name="Google Shape;253;p44"/>
          <p:cNvSpPr/>
          <p:nvPr/>
        </p:nvSpPr>
        <p:spPr>
          <a:xfrm rot="5400000">
            <a:off x="-752200" y="2013850"/>
            <a:ext cx="4059900" cy="111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44"/>
          <p:cNvSpPr/>
          <p:nvPr/>
        </p:nvSpPr>
        <p:spPr>
          <a:xfrm rot="-5400000" flipH="1">
            <a:off x="3107909" y="1850310"/>
            <a:ext cx="1593512" cy="38814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44"/>
          <p:cNvSpPr txBox="1">
            <a:spLocks noGrp="1"/>
          </p:cNvSpPr>
          <p:nvPr>
            <p:ph type="ctrTitle"/>
          </p:nvPr>
        </p:nvSpPr>
        <p:spPr>
          <a:xfrm rot="-5400000">
            <a:off x="-795406" y="2211455"/>
            <a:ext cx="3792710" cy="8979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US" dirty="0" smtClean="0">
                <a:solidFill>
                  <a:schemeClr val="lt1"/>
                </a:solidFill>
              </a:rPr>
              <a:t>fifth</a:t>
            </a:r>
            <a:r>
              <a:rPr lang="en" dirty="0" smtClean="0">
                <a:solidFill>
                  <a:schemeClr val="lt1"/>
                </a:solidFill>
              </a:rPr>
              <a:t> STANZA</a:t>
            </a:r>
            <a:endParaRPr>
              <a:solidFill>
                <a:schemeClr val="lt1"/>
              </a:solidFill>
            </a:endParaRPr>
          </a:p>
        </p:txBody>
      </p:sp>
      <p:sp>
        <p:nvSpPr>
          <p:cNvPr id="257" name="Google Shape;257;p44"/>
          <p:cNvSpPr txBox="1">
            <a:spLocks noGrp="1"/>
          </p:cNvSpPr>
          <p:nvPr>
            <p:ph type="subTitle" idx="1"/>
          </p:nvPr>
        </p:nvSpPr>
        <p:spPr>
          <a:xfrm>
            <a:off x="2165142" y="3191273"/>
            <a:ext cx="3703833" cy="490500"/>
          </a:xfrm>
          <a:prstGeom prst="rect">
            <a:avLst/>
          </a:prstGeom>
        </p:spPr>
        <p:txBody>
          <a:bodyPr spcFirstLastPara="1" wrap="square" lIns="91425" tIns="91425" rIns="91425" bIns="91425" anchor="t" anchorCtr="0">
            <a:noAutofit/>
          </a:bodyPr>
          <a:lstStyle/>
          <a:p>
            <a:pPr fontAlgn="base"/>
            <a:r>
              <a:rPr lang="en-US" sz="1800" b="1" i="1" dirty="0" smtClean="0"/>
              <a:t>He hears the last voice at night,</a:t>
            </a:r>
            <a:endParaRPr lang="en-US" sz="1800" dirty="0" smtClean="0"/>
          </a:p>
          <a:p>
            <a:pPr fontAlgn="base"/>
            <a:r>
              <a:rPr lang="en-US" sz="1800" b="1" i="1" dirty="0" smtClean="0"/>
              <a:t>The patrolling cars,</a:t>
            </a:r>
            <a:endParaRPr lang="en-US" sz="1800" dirty="0" smtClean="0"/>
          </a:p>
          <a:p>
            <a:pPr fontAlgn="base"/>
            <a:r>
              <a:rPr lang="en-US" sz="1800" b="1" i="1" dirty="0" smtClean="0"/>
              <a:t>And stares with his brilliant eyes</a:t>
            </a:r>
            <a:endParaRPr lang="en-US" sz="1800" dirty="0" smtClean="0"/>
          </a:p>
          <a:p>
            <a:pPr fontAlgn="base"/>
            <a:r>
              <a:rPr lang="en-US" sz="1800" b="1" i="1" dirty="0" smtClean="0"/>
              <a:t>At the brilliant stars.</a:t>
            </a:r>
            <a:endParaRPr lang="en-US" sz="1800" dirty="0" smtClean="0"/>
          </a:p>
          <a:p>
            <a:r>
              <a:rPr lang="en-US" sz="1800" dirty="0" smtClean="0"/>
              <a:t/>
            </a:r>
            <a:br>
              <a:rPr lang="en-US" sz="1800" dirty="0" smtClean="0"/>
            </a:br>
            <a:endParaRPr sz="1800">
              <a:solidFill>
                <a:schemeClr val="lt1"/>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8"/>
        <p:cNvGrpSpPr/>
        <p:nvPr/>
      </p:nvGrpSpPr>
      <p:grpSpPr>
        <a:xfrm>
          <a:off x="0" y="0"/>
          <a:ext cx="0" cy="0"/>
          <a:chOff x="0" y="0"/>
          <a:chExt cx="0" cy="0"/>
        </a:xfrm>
      </p:grpSpPr>
      <p:pic>
        <p:nvPicPr>
          <p:cNvPr id="165890" name="Picture 2" descr="8+ Thousand Tiger Night Royalty-Free Images, Stock Photos &amp; Pictures |  Shutterstock"/>
          <p:cNvPicPr>
            <a:picLocks noChangeAspect="1" noChangeArrowheads="1"/>
          </p:cNvPicPr>
          <p:nvPr/>
        </p:nvPicPr>
        <p:blipFill>
          <a:blip r:embed="rId4"/>
          <a:srcRect/>
          <a:stretch>
            <a:fillRect/>
          </a:stretch>
        </p:blipFill>
        <p:spPr bwMode="auto">
          <a:xfrm>
            <a:off x="0" y="0"/>
            <a:ext cx="7425450" cy="5691352"/>
          </a:xfrm>
          <a:prstGeom prst="rect">
            <a:avLst/>
          </a:prstGeom>
          <a:noFill/>
        </p:spPr>
      </p:pic>
      <p:sp>
        <p:nvSpPr>
          <p:cNvPr id="279" name="Google Shape;279;p47"/>
          <p:cNvSpPr/>
          <p:nvPr/>
        </p:nvSpPr>
        <p:spPr>
          <a:xfrm>
            <a:off x="7396225" y="25"/>
            <a:ext cx="17385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7"/>
          <p:cNvSpPr/>
          <p:nvPr/>
        </p:nvSpPr>
        <p:spPr>
          <a:xfrm>
            <a:off x="0" y="0"/>
            <a:ext cx="5623560" cy="514350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7"/>
          <p:cNvSpPr txBox="1">
            <a:spLocks noGrp="1"/>
          </p:cNvSpPr>
          <p:nvPr>
            <p:ph type="ctrTitle"/>
          </p:nvPr>
        </p:nvSpPr>
        <p:spPr>
          <a:xfrm>
            <a:off x="0" y="5537638"/>
            <a:ext cx="5175284" cy="396240"/>
          </a:xfrm>
          <a:prstGeom prst="rect">
            <a:avLst/>
          </a:prstGeom>
        </p:spPr>
        <p:txBody>
          <a:bodyPr spcFirstLastPara="1" wrap="square" lIns="91425" tIns="91425" rIns="91425" bIns="91425" anchor="b" anchorCtr="0">
            <a:noAutofit/>
          </a:bodyPr>
          <a:lstStyle/>
          <a:p>
            <a:pPr fontAlgn="base"/>
            <a:r>
              <a:rPr lang="en-US" sz="2400" dirty="0" smtClean="0"/>
              <a:t>According to the poet, the tiger hears the patrolling cars in the middle of the night. Patrolling cars are police vehicles that are used to patrol at night. As a result, the tiger hears the sounds of these cars at night. He then looks up at the stars with his shining eyes. The poet wishes to express that the tiger is sad and helpless because he is confined in the cage. As a result, he stares at the stars in the night, attempting to divert his thoughts to them.</a:t>
            </a:r>
            <a:br>
              <a:rPr lang="en-US" sz="2400" dirty="0" smtClean="0"/>
            </a:br>
            <a:r>
              <a:rPr lang="en-US" sz="2400" dirty="0" smtClean="0"/>
              <a:t/>
            </a:r>
            <a:br>
              <a:rPr lang="en-US" sz="2400" dirty="0" smtClean="0"/>
            </a:br>
            <a:endParaRPr sz="2200">
              <a:solidFill>
                <a:schemeClr val="lt1"/>
              </a:solidFill>
            </a:endParaRPr>
          </a:p>
        </p:txBody>
      </p:sp>
      <p:sp>
        <p:nvSpPr>
          <p:cNvPr id="282" name="Google Shape;282;p47"/>
          <p:cNvSpPr txBox="1">
            <a:spLocks noGrp="1"/>
          </p:cNvSpPr>
          <p:nvPr>
            <p:ph type="title" idx="2"/>
          </p:nvPr>
        </p:nvSpPr>
        <p:spPr>
          <a:xfrm rot="5400000">
            <a:off x="5977636" y="1745042"/>
            <a:ext cx="4728526" cy="1238442"/>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smtClean="0">
                <a:solidFill>
                  <a:schemeClr val="lt1"/>
                </a:solidFill>
              </a:rPr>
              <a:t>05  STANBZA</a:t>
            </a:r>
            <a:endParaRPr>
              <a:solidFill>
                <a:schemeClr val="lt1"/>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5000" r="-15000"/>
          </a:stretch>
        </a:blipFill>
        <a:effectLst/>
      </p:bgPr>
    </p:bg>
    <p:spTree>
      <p:nvGrpSpPr>
        <p:cNvPr id="1" name="Shape 270"/>
        <p:cNvGrpSpPr/>
        <p:nvPr/>
      </p:nvGrpSpPr>
      <p:grpSpPr>
        <a:xfrm>
          <a:off x="0" y="0"/>
          <a:ext cx="0" cy="0"/>
          <a:chOff x="0" y="0"/>
          <a:chExt cx="0" cy="0"/>
        </a:xfrm>
      </p:grpSpPr>
      <p:sp>
        <p:nvSpPr>
          <p:cNvPr id="271" name="Google Shape;271;p46"/>
          <p:cNvSpPr/>
          <p:nvPr/>
        </p:nvSpPr>
        <p:spPr>
          <a:xfrm rot="-5400000" flipH="1">
            <a:off x="6267453" y="2465072"/>
            <a:ext cx="1348739" cy="400812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6"/>
          <p:cNvSpPr/>
          <p:nvPr/>
        </p:nvSpPr>
        <p:spPr>
          <a:xfrm rot="-5400000" flipH="1">
            <a:off x="593250" y="3993775"/>
            <a:ext cx="556500" cy="17430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6"/>
          <p:cNvSpPr/>
          <p:nvPr/>
        </p:nvSpPr>
        <p:spPr>
          <a:xfrm rot="-5400000" flipH="1">
            <a:off x="8279175" y="74250"/>
            <a:ext cx="939000" cy="790500"/>
          </a:xfrm>
          <a:prstGeom prst="rect">
            <a:avLst/>
          </a:prstGeom>
          <a:gradFill>
            <a:gsLst>
              <a:gs pos="0">
                <a:srgbClr val="908269">
                  <a:alpha val="49019"/>
                </a:srgbClr>
              </a:gs>
              <a:gs pos="100000">
                <a:schemeClr val="accent1"/>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Title 5"/>
          <p:cNvSpPr>
            <a:spLocks noGrp="1"/>
          </p:cNvSpPr>
          <p:nvPr>
            <p:ph type="title"/>
          </p:nvPr>
        </p:nvSpPr>
        <p:spPr>
          <a:xfrm>
            <a:off x="5349240" y="3688080"/>
            <a:ext cx="3535680" cy="1455420"/>
          </a:xfrm>
        </p:spPr>
        <p:txBody>
          <a:bodyPr/>
          <a:lstStyle/>
          <a:p>
            <a:r>
              <a:rPr lang="en-US" dirty="0" smtClean="0"/>
              <a:t>poetic devices in stanza 5</a:t>
            </a:r>
            <a:endParaRPr lang="en-US" dirty="0"/>
          </a:p>
        </p:txBody>
      </p:sp>
      <p:sp>
        <p:nvSpPr>
          <p:cNvPr id="163842" name="AutoShape 2" descr="A tiger is roaming around in jungle at night 47068833 Stock Photo at  Vecteez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63844" name="AutoShape 4" descr="A tiger is roaming around in jungle at night 47068833 Stock Photo at  Vecteez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63846" name="AutoShape 6" descr="A tiger is roaming around in jungle at night 47068833 Stock Photo at  Vecteezy"/>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5000" b="-15000"/>
          </a:stretch>
        </a:blipFill>
        <a:effectLst/>
      </p:bgPr>
    </p:bg>
    <p:spTree>
      <p:nvGrpSpPr>
        <p:cNvPr id="1" name="Shape 278"/>
        <p:cNvGrpSpPr/>
        <p:nvPr/>
      </p:nvGrpSpPr>
      <p:grpSpPr>
        <a:xfrm>
          <a:off x="0" y="0"/>
          <a:ext cx="0" cy="0"/>
          <a:chOff x="0" y="0"/>
          <a:chExt cx="0" cy="0"/>
        </a:xfrm>
      </p:grpSpPr>
      <p:pic>
        <p:nvPicPr>
          <p:cNvPr id="161794" name="Picture 2" descr="920+ Tiger Cage Stock Photos, Pictures &amp; Royalty-Free Images - iStock |  Tiger cage zoo"/>
          <p:cNvPicPr>
            <a:picLocks noChangeAspect="1" noChangeArrowheads="1"/>
          </p:cNvPicPr>
          <p:nvPr/>
        </p:nvPicPr>
        <p:blipFill>
          <a:blip r:embed="rId4"/>
          <a:srcRect/>
          <a:stretch>
            <a:fillRect/>
          </a:stretch>
        </p:blipFill>
        <p:spPr bwMode="auto">
          <a:xfrm>
            <a:off x="0" y="0"/>
            <a:ext cx="7388006" cy="5143500"/>
          </a:xfrm>
          <a:prstGeom prst="rect">
            <a:avLst/>
          </a:prstGeom>
          <a:noFill/>
        </p:spPr>
      </p:pic>
      <p:sp>
        <p:nvSpPr>
          <p:cNvPr id="279" name="Google Shape;279;p47"/>
          <p:cNvSpPr/>
          <p:nvPr/>
        </p:nvSpPr>
        <p:spPr>
          <a:xfrm>
            <a:off x="7360920" y="0"/>
            <a:ext cx="1783079"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7"/>
          <p:cNvSpPr/>
          <p:nvPr/>
        </p:nvSpPr>
        <p:spPr>
          <a:xfrm>
            <a:off x="720000" y="540000"/>
            <a:ext cx="4903560" cy="421488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7"/>
          <p:cNvSpPr txBox="1">
            <a:spLocks noGrp="1"/>
          </p:cNvSpPr>
          <p:nvPr>
            <p:ph type="ctrTitle"/>
          </p:nvPr>
        </p:nvSpPr>
        <p:spPr>
          <a:xfrm>
            <a:off x="1600043" y="4565700"/>
            <a:ext cx="3430200" cy="577800"/>
          </a:xfrm>
          <a:prstGeom prst="rect">
            <a:avLst/>
          </a:prstGeom>
        </p:spPr>
        <p:txBody>
          <a:bodyPr spcFirstLastPara="1" wrap="square" lIns="91425" tIns="91425" rIns="91425" bIns="91425" anchor="b" anchorCtr="0">
            <a:noAutofit/>
          </a:bodyPr>
          <a:lstStyle/>
          <a:p>
            <a:r>
              <a:rPr lang="en-US" sz="2000" dirty="0" smtClean="0"/>
              <a:t>Repetition: </a:t>
            </a:r>
            <a:r>
              <a:rPr lang="en-US" sz="2000" i="1" dirty="0" smtClean="0"/>
              <a:t>"brilliant eyes" / "brilliant stars"</a:t>
            </a:r>
            <a:r>
              <a:rPr lang="en-US" sz="2000" dirty="0" smtClean="0"/>
              <a:t> (emphasizes the tiger’s lost freedom)</a:t>
            </a:r>
            <a:br>
              <a:rPr lang="en-US" sz="2000" dirty="0" smtClean="0"/>
            </a:br>
            <a:r>
              <a:rPr lang="en-US" sz="2000" dirty="0" smtClean="0"/>
              <a:t>Imagery: </a:t>
            </a:r>
            <a:r>
              <a:rPr lang="en-US" sz="2000" i="1" dirty="0" smtClean="0"/>
              <a:t>"stares with his brilliant eyes"</a:t>
            </a:r>
            <a:r>
              <a:rPr lang="en-US" sz="2000" dirty="0" smtClean="0"/>
              <a:t/>
            </a:r>
            <a:br>
              <a:rPr lang="en-US" sz="2000" dirty="0" smtClean="0"/>
            </a:br>
            <a:r>
              <a:rPr lang="en-US" sz="2000" dirty="0" smtClean="0"/>
              <a:t>Alliteration: </a:t>
            </a:r>
            <a:r>
              <a:rPr lang="en-US" sz="2000" i="1" dirty="0" smtClean="0"/>
              <a:t>"brilliant... brilliant"</a:t>
            </a:r>
            <a:r>
              <a:rPr lang="en-US" sz="2000" dirty="0" smtClean="0"/>
              <a:t/>
            </a:r>
            <a:br>
              <a:rPr lang="en-US" sz="2000" dirty="0" smtClean="0"/>
            </a:br>
            <a:r>
              <a:rPr lang="en-US" sz="2000" dirty="0" smtClean="0"/>
              <a:t>Symbolism: Stars symbolize freedom that is far away and unattainable.</a:t>
            </a:r>
            <a:br>
              <a:rPr lang="en-US" sz="2000" dirty="0" smtClean="0"/>
            </a:br>
            <a:r>
              <a:rPr lang="en-US" sz="2000" dirty="0" smtClean="0"/>
              <a:t>Enjambment: Sentences run across lines.</a:t>
            </a:r>
            <a:br>
              <a:rPr lang="en-US" sz="2000" dirty="0" smtClean="0"/>
            </a:br>
            <a:endParaRPr sz="2000">
              <a:solidFill>
                <a:schemeClr val="lt1"/>
              </a:solidFill>
            </a:endParaRPr>
          </a:p>
        </p:txBody>
      </p:sp>
      <p:sp>
        <p:nvSpPr>
          <p:cNvPr id="157698" name="AutoShape 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0" name="AutoShape 4" descr="Tigers - Natural World Safaris"/>
          <p:cNvSpPr>
            <a:spLocks noGrp="1" noChangeAspect="1" noChangeArrowheads="1"/>
          </p:cNvSpPr>
          <p:nvPr>
            <p:ph type="title" idx="2"/>
          </p:nvPr>
        </p:nvSpPr>
        <p:spPr bwMode="auto">
          <a:xfrm rot="5400000">
            <a:off x="7146131" y="2608898"/>
            <a:ext cx="3417888" cy="577850"/>
          </a:xfrm>
          <a:prstGeom prst="rect">
            <a:avLst/>
          </a:prstGeom>
          <a:noFill/>
        </p:spPr>
        <p:txBody>
          <a:bodyPr vert="horz" wrap="square" lIns="91440" tIns="45720" rIns="91440" bIns="45720" numCol="1" anchor="t" anchorCtr="0" compatLnSpc="1">
            <a:prstTxWarp prst="textNoShape">
              <a:avLst/>
            </a:prstTxWarp>
          </a:bodyPr>
          <a:lstStyle/>
          <a:p>
            <a:r>
              <a:rPr lang="en-IN" dirty="0" smtClean="0"/>
              <a:t>05 STANZA</a:t>
            </a:r>
            <a:endParaRPr lang="en-US" dirty="0"/>
          </a:p>
        </p:txBody>
      </p:sp>
      <p:sp>
        <p:nvSpPr>
          <p:cNvPr id="157702" name="AutoShape 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4" name="AutoShape 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6" name="AutoShape 1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08" name="AutoShape 1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0" name="AutoShape 1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2" name="AutoShape 1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4" name="AutoShape 1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6" name="AutoShape 2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18" name="AutoShape 2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0" name="AutoShape 2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2" name="AutoShape 2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4" name="AutoShape 2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6" name="AutoShape 3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28" name="AutoShape 3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0" name="AutoShape 3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2" name="AutoShape 3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4" name="AutoShape 3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6" name="AutoShape 4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38" name="AutoShape 4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0" name="AutoShape 4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2" name="AutoShape 4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4" name="AutoShape 4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6" name="AutoShape 5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48" name="AutoShape 5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0" name="AutoShape 5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2" name="AutoShape 5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4" name="AutoShape 5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6" name="AutoShape 6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58" name="AutoShape 6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0" name="AutoShape 6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2" name="AutoShape 6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4" name="AutoShape 6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6" name="AutoShape 7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68" name="AutoShape 7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0" name="AutoShape 7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2" name="AutoShape 7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4" name="AutoShape 7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6" name="AutoShape 8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78" name="AutoShape 8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0" name="AutoShape 8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2" name="AutoShape 8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4" name="AutoShape 8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6" name="AutoShape 9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88" name="AutoShape 9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0" name="AutoShape 9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2" name="AutoShape 9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4" name="AutoShape 9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6" name="AutoShape 10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798" name="AutoShape 10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0" name="AutoShape 10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2" name="AutoShape 10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4" name="AutoShape 10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6" name="AutoShape 11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08" name="AutoShape 11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0" name="AutoShape 11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2" name="AutoShape 11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4" name="AutoShape 11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6" name="AutoShape 12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18" name="AutoShape 12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0" name="AutoShape 12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2" name="AutoShape 12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4" name="AutoShape 12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6" name="AutoShape 13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28" name="AutoShape 13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0" name="AutoShape 13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2" name="AutoShape 13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4" name="AutoShape 13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6" name="AutoShape 14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38" name="AutoShape 14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0" name="AutoShape 14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2" name="AutoShape 14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4" name="AutoShape 14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6" name="AutoShape 15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48" name="AutoShape 15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0" name="AutoShape 15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2" name="AutoShape 15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4" name="AutoShape 15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6" name="AutoShape 16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58" name="AutoShape 16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0" name="AutoShape 16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2" name="AutoShape 16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4" name="AutoShape 16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6" name="AutoShape 17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68" name="AutoShape 172"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0" name="AutoShape 174"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2" name="AutoShape 176"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4" name="AutoShape 178"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57876" name="AutoShape 180" descr="Tigers - Natural World Safari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5"/>
        <p:cNvGrpSpPr/>
        <p:nvPr/>
      </p:nvGrpSpPr>
      <p:grpSpPr>
        <a:xfrm>
          <a:off x="0" y="0"/>
          <a:ext cx="0" cy="0"/>
          <a:chOff x="0" y="0"/>
          <a:chExt cx="0" cy="0"/>
        </a:xfrm>
      </p:grpSpPr>
      <p:pic>
        <p:nvPicPr>
          <p:cNvPr id="16" name="Picture 15" descr="istockphoto-532338906-612x612 (1).jpg"/>
          <p:cNvPicPr>
            <a:picLocks noChangeAspect="1"/>
          </p:cNvPicPr>
          <p:nvPr/>
        </p:nvPicPr>
        <p:blipFill>
          <a:blip r:embed="rId3"/>
          <a:stretch>
            <a:fillRect/>
          </a:stretch>
        </p:blipFill>
        <p:spPr>
          <a:xfrm>
            <a:off x="4840015" y="204952"/>
            <a:ext cx="4114800" cy="4666593"/>
          </a:xfrm>
          <a:prstGeom prst="rect">
            <a:avLst/>
          </a:prstGeom>
        </p:spPr>
      </p:pic>
      <p:sp>
        <p:nvSpPr>
          <p:cNvPr id="607" name="Google Shape;607;p61"/>
          <p:cNvSpPr/>
          <p:nvPr/>
        </p:nvSpPr>
        <p:spPr>
          <a:xfrm rot="5400000">
            <a:off x="1428875" y="205200"/>
            <a:ext cx="3358800" cy="5026500"/>
          </a:xfrm>
          <a:prstGeom prst="rect">
            <a:avLst/>
          </a:prstGeom>
          <a:solidFill>
            <a:srgbClr val="908269">
              <a:alpha val="6179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61"/>
          <p:cNvSpPr txBox="1">
            <a:spLocks noGrp="1"/>
          </p:cNvSpPr>
          <p:nvPr>
            <p:ph type="subTitle" idx="1"/>
          </p:nvPr>
        </p:nvSpPr>
        <p:spPr>
          <a:xfrm>
            <a:off x="831200" y="2314225"/>
            <a:ext cx="3081600" cy="178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lt1"/>
              </a:solidFill>
            </a:endParaRPr>
          </a:p>
        </p:txBody>
      </p:sp>
      <p:sp>
        <p:nvSpPr>
          <p:cNvPr id="609" name="Google Shape;609;p61"/>
          <p:cNvSpPr txBox="1">
            <a:spLocks noGrp="1"/>
          </p:cNvSpPr>
          <p:nvPr>
            <p:ph type="ctrTitle"/>
          </p:nvPr>
        </p:nvSpPr>
        <p:spPr>
          <a:xfrm>
            <a:off x="831200" y="376498"/>
            <a:ext cx="3867300" cy="242976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000" dirty="0">
                <a:solidFill>
                  <a:schemeClr val="lt1"/>
                </a:solidFill>
              </a:rPr>
              <a:t>THANKS</a:t>
            </a:r>
            <a:endParaRPr sz="6000">
              <a:solidFill>
                <a:schemeClr val="lt1"/>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Engineering Project Proposal by Slidesgo">
  <a:themeElements>
    <a:clrScheme name="Simple Light">
      <a:dk1>
        <a:srgbClr val="434343"/>
      </a:dk1>
      <a:lt1>
        <a:srgbClr val="FFFFFF"/>
      </a:lt1>
      <a:dk2>
        <a:srgbClr val="595959"/>
      </a:dk2>
      <a:lt2>
        <a:srgbClr val="EEEEEE"/>
      </a:lt2>
      <a:accent1>
        <a:srgbClr val="908269"/>
      </a:accent1>
      <a:accent2>
        <a:srgbClr val="212121"/>
      </a:accent2>
      <a:accent3>
        <a:srgbClr val="CFC3AC"/>
      </a:accent3>
      <a:accent4>
        <a:srgbClr val="976E26"/>
      </a:accent4>
      <a:accent5>
        <a:srgbClr val="927D59"/>
      </a:accent5>
      <a:accent6>
        <a:srgbClr val="584F3E"/>
      </a:accent6>
      <a:hlink>
        <a:srgbClr val="43434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320</TotalTime>
  <Words>912</Words>
  <PresentationFormat>On-screen Show (16:9)</PresentationFormat>
  <Paragraphs>109</Paragraphs>
  <Slides>26</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26</vt:i4>
      </vt:variant>
    </vt:vector>
  </HeadingPairs>
  <TitlesOfParts>
    <vt:vector size="35" baseType="lpstr">
      <vt:lpstr>Arial</vt:lpstr>
      <vt:lpstr>Catamaran Light</vt:lpstr>
      <vt:lpstr>Livvic</vt:lpstr>
      <vt:lpstr>Fira Sans Extra Condensed</vt:lpstr>
      <vt:lpstr>Roboto</vt:lpstr>
      <vt:lpstr>Montserrat</vt:lpstr>
      <vt:lpstr>Fira Sans Extra Condensed Medium</vt:lpstr>
      <vt:lpstr>Nunito Light</vt:lpstr>
      <vt:lpstr>Engineering Project Proposal by Slidesgo</vt:lpstr>
      <vt:lpstr>TIGER IN  THE  ZOO</vt:lpstr>
      <vt:lpstr>SECOND STANZA</vt:lpstr>
      <vt:lpstr>SECOND STANZA</vt:lpstr>
      <vt:lpstr>ABOUT THE POEM</vt:lpstr>
      <vt:lpstr>ABOUT THE TIGER IS </vt:lpstr>
      <vt:lpstr>FIRST STANZA</vt:lpstr>
      <vt:lpstr>Slide 7</vt:lpstr>
      <vt:lpstr>poetic devices in stanza 1</vt:lpstr>
      <vt:lpstr>first  STANZA</vt:lpstr>
      <vt:lpstr>SECOND STANZA</vt:lpstr>
      <vt:lpstr>summary</vt:lpstr>
      <vt:lpstr>poetic devices in stanza 2</vt:lpstr>
      <vt:lpstr>Imagery: "vivid stripes", "pads of velvet quiet" (creates a clear mental picture) Alliteration: "stalks in his stripes" Metaphor: "quiet rage" (his anger is compared to quietness) Personification: Tiger is shown as having emotions like "rage". </vt:lpstr>
      <vt:lpstr>THIRD STANZA</vt:lpstr>
      <vt:lpstr> According to the poet, if the tiger had been free, he would have snarled around the houses on the outskirts of the forest. With his razor-sharp teeth and claws, he would terrorise people. The people living in the villages would be terrified.</vt:lpstr>
      <vt:lpstr>poetic devices in stanza 3</vt:lpstr>
      <vt:lpstr>Imagery: "baring his white fangs", "terrorising the village" Alliteration: "his white" (h-sound), "fangs, his claws" Personification: Tiger "terrorising" humans gives him human-like intent. Enjambment: Sentences continue across lines. </vt:lpstr>
      <vt:lpstr>Fourth STANZA</vt:lpstr>
      <vt:lpstr>The poet has arrived at the reality of the tiger inside the cage. He claims that the tiger is imprisoned in a strong cell made of strong building material. He goes on to say that because the tiger is imprisoned, his ferocity is also imprisoned. He just stalks around in the cage. Because his power is limited by the cage, he never tries to terrorise the visitors. As a result, he never attempts to terrorise the visitors because he cannot attack them.</vt:lpstr>
      <vt:lpstr>poetic devices in stanza 4</vt:lpstr>
      <vt:lpstr>Metaphor: "His strength behind bars" – strength symbolizes lost freedom. Imagery: "concrete cell" and "stalking the length of his cage" Alliteration: "behind bars" (b-sound) Contrast: His present reality vs his natural habitat. </vt:lpstr>
      <vt:lpstr>fifth STANZA</vt:lpstr>
      <vt:lpstr>According to the poet, the tiger hears the patrolling cars in the middle of the night. Patrolling cars are police vehicles that are used to patrol at night. As a result, the tiger hears the sounds of these cars at night. He then looks up at the stars with his shining eyes. The poet wishes to express that the tiger is sad and helpless because he is confined in the cage. As a result, he stares at the stars in the night, attempting to divert his thoughts to them.  </vt:lpstr>
      <vt:lpstr>poetic devices in stanza 5</vt:lpstr>
      <vt:lpstr>Repetition: "brilliant eyes" / "brilliant stars" (emphasizes the tiger’s lost freedom) Imagery: "stares with his brilliant eyes" Alliteration: "brilliant... brilliant" Symbolism: Stars symbolize freedom that is far away and unattainable. Enjambment: Sentences run across lines. </vt:lpstr>
      <vt:lpstr>THANKS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TIGER IN  THE  ZOO</dc:title>
  <cp:lastModifiedBy>ezhil</cp:lastModifiedBy>
  <cp:revision>18</cp:revision>
  <dcterms:modified xsi:type="dcterms:W3CDTF">2025-07-30T11:01:23Z</dcterms:modified>
</cp:coreProperties>
</file>